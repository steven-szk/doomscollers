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A8E986D-E3EE-4EA7-8EFD-1C01B331266F}" v="2615" dt="2026-03-15T14:55:29.15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92"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svg"/><Relationship Id="rId1" Type="http://schemas.openxmlformats.org/officeDocument/2006/relationships/image" Target="../media/image4.png"/><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svg"/><Relationship Id="rId1" Type="http://schemas.openxmlformats.org/officeDocument/2006/relationships/image" Target="../media/image4.png"/><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872FA9F-6FD7-419A-A4B1-3599725876A4}"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75BF08B6-EAE8-4CFD-AEAB-B36590F12549}">
      <dgm:prSet/>
      <dgm:spPr/>
      <dgm:t>
        <a:bodyPr/>
        <a:lstStyle/>
        <a:p>
          <a:r>
            <a:rPr lang="en-GB" dirty="0"/>
            <a:t>Device that is attached to the back of your phone, using MagSafe (ideally)</a:t>
          </a:r>
          <a:endParaRPr lang="en-US" dirty="0"/>
        </a:p>
      </dgm:t>
    </dgm:pt>
    <dgm:pt modelId="{232F0184-0071-43E7-AAE3-62C3A5461DF4}" type="parTrans" cxnId="{0285C522-4B4B-4155-ABBE-69D3488BCCF4}">
      <dgm:prSet/>
      <dgm:spPr/>
      <dgm:t>
        <a:bodyPr/>
        <a:lstStyle/>
        <a:p>
          <a:endParaRPr lang="en-US"/>
        </a:p>
      </dgm:t>
    </dgm:pt>
    <dgm:pt modelId="{412C5E07-A1B9-410B-BFC6-613C9FABB5E4}" type="sibTrans" cxnId="{0285C522-4B4B-4155-ABBE-69D3488BCCF4}">
      <dgm:prSet/>
      <dgm:spPr/>
      <dgm:t>
        <a:bodyPr/>
        <a:lstStyle/>
        <a:p>
          <a:endParaRPr lang="en-US"/>
        </a:p>
      </dgm:t>
    </dgm:pt>
    <dgm:pt modelId="{541EFC17-7A39-4141-8137-C3C2573FC183}">
      <dgm:prSet/>
      <dgm:spPr/>
      <dgm:t>
        <a:bodyPr/>
        <a:lstStyle/>
        <a:p>
          <a:r>
            <a:rPr lang="en-GB"/>
            <a:t>Has several system that detect movements of your phone directly, using sensors in the device and the camera on your laptop.</a:t>
          </a:r>
          <a:endParaRPr lang="en-US"/>
        </a:p>
      </dgm:t>
    </dgm:pt>
    <dgm:pt modelId="{3E5D26A4-4FE3-46D3-99C1-B99135D69C32}" type="parTrans" cxnId="{C4FB42B5-5935-43B1-A412-AF7B8B99462E}">
      <dgm:prSet/>
      <dgm:spPr/>
      <dgm:t>
        <a:bodyPr/>
        <a:lstStyle/>
        <a:p>
          <a:endParaRPr lang="en-US"/>
        </a:p>
      </dgm:t>
    </dgm:pt>
    <dgm:pt modelId="{CE561896-4B75-4A59-85E9-09C7AD77BD36}" type="sibTrans" cxnId="{C4FB42B5-5935-43B1-A412-AF7B8B99462E}">
      <dgm:prSet/>
      <dgm:spPr/>
      <dgm:t>
        <a:bodyPr/>
        <a:lstStyle/>
        <a:p>
          <a:endParaRPr lang="en-US"/>
        </a:p>
      </dgm:t>
    </dgm:pt>
    <dgm:pt modelId="{E14F9992-4663-4DA2-A673-73A61485AB9F}">
      <dgm:prSet/>
      <dgm:spPr/>
      <dgm:t>
        <a:bodyPr/>
        <a:lstStyle/>
        <a:p>
          <a:r>
            <a:rPr lang="en-GB" dirty="0"/>
            <a:t>If you are on your laptop initially doing your work and you decide to utilise your phone, the device and the system will detect these movements and record it. There would be different outputs, as described in the next couple slides.</a:t>
          </a:r>
          <a:endParaRPr lang="en-US" dirty="0"/>
        </a:p>
      </dgm:t>
    </dgm:pt>
    <dgm:pt modelId="{54D53B9F-4DC3-41CA-A8CB-37CB12092EEB}" type="parTrans" cxnId="{18F86E53-94C8-441A-AFFD-4DAE04346B70}">
      <dgm:prSet/>
      <dgm:spPr/>
      <dgm:t>
        <a:bodyPr/>
        <a:lstStyle/>
        <a:p>
          <a:endParaRPr lang="en-US"/>
        </a:p>
      </dgm:t>
    </dgm:pt>
    <dgm:pt modelId="{2F11FDEA-2DBF-4F95-98EC-5BDAD5A5C114}" type="sibTrans" cxnId="{18F86E53-94C8-441A-AFFD-4DAE04346B70}">
      <dgm:prSet/>
      <dgm:spPr/>
      <dgm:t>
        <a:bodyPr/>
        <a:lstStyle/>
        <a:p>
          <a:endParaRPr lang="en-US"/>
        </a:p>
      </dgm:t>
    </dgm:pt>
    <dgm:pt modelId="{B9C2FEDE-4D38-45EC-B047-78074D5AD533}" type="pres">
      <dgm:prSet presAssocID="{D872FA9F-6FD7-419A-A4B1-3599725876A4}" presName="root" presStyleCnt="0">
        <dgm:presLayoutVars>
          <dgm:dir/>
          <dgm:resizeHandles val="exact"/>
        </dgm:presLayoutVars>
      </dgm:prSet>
      <dgm:spPr/>
    </dgm:pt>
    <dgm:pt modelId="{BBC3EDD7-18AA-4E09-BDC5-29E54ECF7AD3}" type="pres">
      <dgm:prSet presAssocID="{75BF08B6-EAE8-4CFD-AEAB-B36590F12549}" presName="compNode" presStyleCnt="0"/>
      <dgm:spPr/>
    </dgm:pt>
    <dgm:pt modelId="{83E33740-EF3B-477A-A45F-3DA0D1D1D877}" type="pres">
      <dgm:prSet presAssocID="{75BF08B6-EAE8-4CFD-AEAB-B36590F12549}" presName="bgRect" presStyleLbl="bgShp" presStyleIdx="0" presStyleCnt="3"/>
      <dgm:spPr/>
    </dgm:pt>
    <dgm:pt modelId="{82384224-CBFA-416B-95FC-278949301BCF}" type="pres">
      <dgm:prSet presAssocID="{75BF08B6-EAE8-4CFD-AEAB-B36590F12549}"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mart Phone"/>
        </a:ext>
      </dgm:extLst>
    </dgm:pt>
    <dgm:pt modelId="{92BD17FF-9ED9-4C20-81C5-A7C54781E4A6}" type="pres">
      <dgm:prSet presAssocID="{75BF08B6-EAE8-4CFD-AEAB-B36590F12549}" presName="spaceRect" presStyleCnt="0"/>
      <dgm:spPr/>
    </dgm:pt>
    <dgm:pt modelId="{C12D850E-B88C-4E17-B86F-C6424AD1F875}" type="pres">
      <dgm:prSet presAssocID="{75BF08B6-EAE8-4CFD-AEAB-B36590F12549}" presName="parTx" presStyleLbl="revTx" presStyleIdx="0" presStyleCnt="3">
        <dgm:presLayoutVars>
          <dgm:chMax val="0"/>
          <dgm:chPref val="0"/>
        </dgm:presLayoutVars>
      </dgm:prSet>
      <dgm:spPr/>
    </dgm:pt>
    <dgm:pt modelId="{5B7F8BB3-57F7-45AF-BB46-377C84FC5984}" type="pres">
      <dgm:prSet presAssocID="{412C5E07-A1B9-410B-BFC6-613C9FABB5E4}" presName="sibTrans" presStyleCnt="0"/>
      <dgm:spPr/>
    </dgm:pt>
    <dgm:pt modelId="{DE2BE6B0-F3A3-46E7-B84F-16BD0CD0C89A}" type="pres">
      <dgm:prSet presAssocID="{541EFC17-7A39-4141-8137-C3C2573FC183}" presName="compNode" presStyleCnt="0"/>
      <dgm:spPr/>
    </dgm:pt>
    <dgm:pt modelId="{5F4B12BC-0623-4224-9D28-2D36B49C25BF}" type="pres">
      <dgm:prSet presAssocID="{541EFC17-7A39-4141-8137-C3C2573FC183}" presName="bgRect" presStyleLbl="bgShp" presStyleIdx="1" presStyleCnt="3"/>
      <dgm:spPr/>
    </dgm:pt>
    <dgm:pt modelId="{F27FA50B-4F3A-464A-9DE5-1D1B47C0E647}" type="pres">
      <dgm:prSet presAssocID="{541EFC17-7A39-4141-8137-C3C2573FC183}"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Processor"/>
        </a:ext>
      </dgm:extLst>
    </dgm:pt>
    <dgm:pt modelId="{DAEE17AD-8B7D-4D14-B052-A5867C3C6BE3}" type="pres">
      <dgm:prSet presAssocID="{541EFC17-7A39-4141-8137-C3C2573FC183}" presName="spaceRect" presStyleCnt="0"/>
      <dgm:spPr/>
    </dgm:pt>
    <dgm:pt modelId="{5506FB54-ADDB-4C3E-9482-B43511B84054}" type="pres">
      <dgm:prSet presAssocID="{541EFC17-7A39-4141-8137-C3C2573FC183}" presName="parTx" presStyleLbl="revTx" presStyleIdx="1" presStyleCnt="3">
        <dgm:presLayoutVars>
          <dgm:chMax val="0"/>
          <dgm:chPref val="0"/>
        </dgm:presLayoutVars>
      </dgm:prSet>
      <dgm:spPr/>
    </dgm:pt>
    <dgm:pt modelId="{B63218CB-F61C-4632-8147-A311356B43E1}" type="pres">
      <dgm:prSet presAssocID="{CE561896-4B75-4A59-85E9-09C7AD77BD36}" presName="sibTrans" presStyleCnt="0"/>
      <dgm:spPr/>
    </dgm:pt>
    <dgm:pt modelId="{FFC76FB1-67FD-4DAE-98F7-2BCBA5E94589}" type="pres">
      <dgm:prSet presAssocID="{E14F9992-4663-4DA2-A673-73A61485AB9F}" presName="compNode" presStyleCnt="0"/>
      <dgm:spPr/>
    </dgm:pt>
    <dgm:pt modelId="{8939557E-C270-4B36-B7DC-EDD38974A211}" type="pres">
      <dgm:prSet presAssocID="{E14F9992-4663-4DA2-A673-73A61485AB9F}" presName="bgRect" presStyleLbl="bgShp" presStyleIdx="2" presStyleCnt="3"/>
      <dgm:spPr/>
    </dgm:pt>
    <dgm:pt modelId="{218D2FAE-E4D5-42B5-BD8C-3BF978F259E5}" type="pres">
      <dgm:prSet presAssocID="{E14F9992-4663-4DA2-A673-73A61485AB9F}"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Laptop"/>
        </a:ext>
      </dgm:extLst>
    </dgm:pt>
    <dgm:pt modelId="{991732C1-B439-482F-83FF-1D6DC1FBF45D}" type="pres">
      <dgm:prSet presAssocID="{E14F9992-4663-4DA2-A673-73A61485AB9F}" presName="spaceRect" presStyleCnt="0"/>
      <dgm:spPr/>
    </dgm:pt>
    <dgm:pt modelId="{CC4FEF3C-B948-4E60-B04B-C1C2ED2B0E69}" type="pres">
      <dgm:prSet presAssocID="{E14F9992-4663-4DA2-A673-73A61485AB9F}" presName="parTx" presStyleLbl="revTx" presStyleIdx="2" presStyleCnt="3">
        <dgm:presLayoutVars>
          <dgm:chMax val="0"/>
          <dgm:chPref val="0"/>
        </dgm:presLayoutVars>
      </dgm:prSet>
      <dgm:spPr/>
    </dgm:pt>
  </dgm:ptLst>
  <dgm:cxnLst>
    <dgm:cxn modelId="{ABE3BC0B-B0C4-4DF0-AEBB-DC9E26FBA6AF}" type="presOf" srcId="{E14F9992-4663-4DA2-A673-73A61485AB9F}" destId="{CC4FEF3C-B948-4E60-B04B-C1C2ED2B0E69}" srcOrd="0" destOrd="0" presId="urn:microsoft.com/office/officeart/2018/2/layout/IconVerticalSolidList"/>
    <dgm:cxn modelId="{0285C522-4B4B-4155-ABBE-69D3488BCCF4}" srcId="{D872FA9F-6FD7-419A-A4B1-3599725876A4}" destId="{75BF08B6-EAE8-4CFD-AEAB-B36590F12549}" srcOrd="0" destOrd="0" parTransId="{232F0184-0071-43E7-AAE3-62C3A5461DF4}" sibTransId="{412C5E07-A1B9-410B-BFC6-613C9FABB5E4}"/>
    <dgm:cxn modelId="{18F86E53-94C8-441A-AFFD-4DAE04346B70}" srcId="{D872FA9F-6FD7-419A-A4B1-3599725876A4}" destId="{E14F9992-4663-4DA2-A673-73A61485AB9F}" srcOrd="2" destOrd="0" parTransId="{54D53B9F-4DC3-41CA-A8CB-37CB12092EEB}" sibTransId="{2F11FDEA-2DBF-4F95-98EC-5BDAD5A5C114}"/>
    <dgm:cxn modelId="{C4FB42B5-5935-43B1-A412-AF7B8B99462E}" srcId="{D872FA9F-6FD7-419A-A4B1-3599725876A4}" destId="{541EFC17-7A39-4141-8137-C3C2573FC183}" srcOrd="1" destOrd="0" parTransId="{3E5D26A4-4FE3-46D3-99C1-B99135D69C32}" sibTransId="{CE561896-4B75-4A59-85E9-09C7AD77BD36}"/>
    <dgm:cxn modelId="{BE6D6ACF-2F86-45E9-9FF6-FC45DAC1551E}" type="presOf" srcId="{541EFC17-7A39-4141-8137-C3C2573FC183}" destId="{5506FB54-ADDB-4C3E-9482-B43511B84054}" srcOrd="0" destOrd="0" presId="urn:microsoft.com/office/officeart/2018/2/layout/IconVerticalSolidList"/>
    <dgm:cxn modelId="{4F0B05E1-5CFD-4D9E-BFAF-CB00F0EF93C7}" type="presOf" srcId="{D872FA9F-6FD7-419A-A4B1-3599725876A4}" destId="{B9C2FEDE-4D38-45EC-B047-78074D5AD533}" srcOrd="0" destOrd="0" presId="urn:microsoft.com/office/officeart/2018/2/layout/IconVerticalSolidList"/>
    <dgm:cxn modelId="{BF3644F7-BBD4-4D26-9027-436CAFF5C872}" type="presOf" srcId="{75BF08B6-EAE8-4CFD-AEAB-B36590F12549}" destId="{C12D850E-B88C-4E17-B86F-C6424AD1F875}" srcOrd="0" destOrd="0" presId="urn:microsoft.com/office/officeart/2018/2/layout/IconVerticalSolidList"/>
    <dgm:cxn modelId="{853BC1E4-8CA2-4645-A4D9-269C5DCFB544}" type="presParOf" srcId="{B9C2FEDE-4D38-45EC-B047-78074D5AD533}" destId="{BBC3EDD7-18AA-4E09-BDC5-29E54ECF7AD3}" srcOrd="0" destOrd="0" presId="urn:microsoft.com/office/officeart/2018/2/layout/IconVerticalSolidList"/>
    <dgm:cxn modelId="{93A407EE-EA7F-4304-A716-0A22547DCAF7}" type="presParOf" srcId="{BBC3EDD7-18AA-4E09-BDC5-29E54ECF7AD3}" destId="{83E33740-EF3B-477A-A45F-3DA0D1D1D877}" srcOrd="0" destOrd="0" presId="urn:microsoft.com/office/officeart/2018/2/layout/IconVerticalSolidList"/>
    <dgm:cxn modelId="{8A56D9AA-4C52-46C1-B4BB-CBAA7D7B05DE}" type="presParOf" srcId="{BBC3EDD7-18AA-4E09-BDC5-29E54ECF7AD3}" destId="{82384224-CBFA-416B-95FC-278949301BCF}" srcOrd="1" destOrd="0" presId="urn:microsoft.com/office/officeart/2018/2/layout/IconVerticalSolidList"/>
    <dgm:cxn modelId="{000EE638-AD00-4DF4-B34C-0D493CF48CF0}" type="presParOf" srcId="{BBC3EDD7-18AA-4E09-BDC5-29E54ECF7AD3}" destId="{92BD17FF-9ED9-4C20-81C5-A7C54781E4A6}" srcOrd="2" destOrd="0" presId="urn:microsoft.com/office/officeart/2018/2/layout/IconVerticalSolidList"/>
    <dgm:cxn modelId="{11AB90F2-B9EB-4B23-AE58-E4C86C71DB18}" type="presParOf" srcId="{BBC3EDD7-18AA-4E09-BDC5-29E54ECF7AD3}" destId="{C12D850E-B88C-4E17-B86F-C6424AD1F875}" srcOrd="3" destOrd="0" presId="urn:microsoft.com/office/officeart/2018/2/layout/IconVerticalSolidList"/>
    <dgm:cxn modelId="{B4923722-0C7E-47A9-92C1-4AED38DB96AB}" type="presParOf" srcId="{B9C2FEDE-4D38-45EC-B047-78074D5AD533}" destId="{5B7F8BB3-57F7-45AF-BB46-377C84FC5984}" srcOrd="1" destOrd="0" presId="urn:microsoft.com/office/officeart/2018/2/layout/IconVerticalSolidList"/>
    <dgm:cxn modelId="{FED327C2-26E1-4037-AE10-7D82B733BCFF}" type="presParOf" srcId="{B9C2FEDE-4D38-45EC-B047-78074D5AD533}" destId="{DE2BE6B0-F3A3-46E7-B84F-16BD0CD0C89A}" srcOrd="2" destOrd="0" presId="urn:microsoft.com/office/officeart/2018/2/layout/IconVerticalSolidList"/>
    <dgm:cxn modelId="{A053B213-1DCE-4770-BF9B-CDF3F218CDCF}" type="presParOf" srcId="{DE2BE6B0-F3A3-46E7-B84F-16BD0CD0C89A}" destId="{5F4B12BC-0623-4224-9D28-2D36B49C25BF}" srcOrd="0" destOrd="0" presId="urn:microsoft.com/office/officeart/2018/2/layout/IconVerticalSolidList"/>
    <dgm:cxn modelId="{8249E473-138C-4A3A-9EF7-43A77007B70B}" type="presParOf" srcId="{DE2BE6B0-F3A3-46E7-B84F-16BD0CD0C89A}" destId="{F27FA50B-4F3A-464A-9DE5-1D1B47C0E647}" srcOrd="1" destOrd="0" presId="urn:microsoft.com/office/officeart/2018/2/layout/IconVerticalSolidList"/>
    <dgm:cxn modelId="{AACCD01B-295B-45D7-A0FC-0F4C5AA7219A}" type="presParOf" srcId="{DE2BE6B0-F3A3-46E7-B84F-16BD0CD0C89A}" destId="{DAEE17AD-8B7D-4D14-B052-A5867C3C6BE3}" srcOrd="2" destOrd="0" presId="urn:microsoft.com/office/officeart/2018/2/layout/IconVerticalSolidList"/>
    <dgm:cxn modelId="{51E6E834-8FCB-4359-A7CF-2B7583B9C680}" type="presParOf" srcId="{DE2BE6B0-F3A3-46E7-B84F-16BD0CD0C89A}" destId="{5506FB54-ADDB-4C3E-9482-B43511B84054}" srcOrd="3" destOrd="0" presId="urn:microsoft.com/office/officeart/2018/2/layout/IconVerticalSolidList"/>
    <dgm:cxn modelId="{0F5550C1-DFB8-4795-8B24-9560BE6525B0}" type="presParOf" srcId="{B9C2FEDE-4D38-45EC-B047-78074D5AD533}" destId="{B63218CB-F61C-4632-8147-A311356B43E1}" srcOrd="3" destOrd="0" presId="urn:microsoft.com/office/officeart/2018/2/layout/IconVerticalSolidList"/>
    <dgm:cxn modelId="{F1FE0DA2-6B87-417C-B6B3-9741E6CDF2A6}" type="presParOf" srcId="{B9C2FEDE-4D38-45EC-B047-78074D5AD533}" destId="{FFC76FB1-67FD-4DAE-98F7-2BCBA5E94589}" srcOrd="4" destOrd="0" presId="urn:microsoft.com/office/officeart/2018/2/layout/IconVerticalSolidList"/>
    <dgm:cxn modelId="{E62200FC-57F6-4746-9EBF-576D8F40359C}" type="presParOf" srcId="{FFC76FB1-67FD-4DAE-98F7-2BCBA5E94589}" destId="{8939557E-C270-4B36-B7DC-EDD38974A211}" srcOrd="0" destOrd="0" presId="urn:microsoft.com/office/officeart/2018/2/layout/IconVerticalSolidList"/>
    <dgm:cxn modelId="{7CBD0581-F0FF-40AF-A352-3221B4D6A464}" type="presParOf" srcId="{FFC76FB1-67FD-4DAE-98F7-2BCBA5E94589}" destId="{218D2FAE-E4D5-42B5-BD8C-3BF978F259E5}" srcOrd="1" destOrd="0" presId="urn:microsoft.com/office/officeart/2018/2/layout/IconVerticalSolidList"/>
    <dgm:cxn modelId="{DB515A53-8CA9-4888-B9C1-10C7EBE7991B}" type="presParOf" srcId="{FFC76FB1-67FD-4DAE-98F7-2BCBA5E94589}" destId="{991732C1-B439-482F-83FF-1D6DC1FBF45D}" srcOrd="2" destOrd="0" presId="urn:microsoft.com/office/officeart/2018/2/layout/IconVerticalSolidList"/>
    <dgm:cxn modelId="{EA986A80-BBAF-409F-8338-3E430237F993}" type="presParOf" srcId="{FFC76FB1-67FD-4DAE-98F7-2BCBA5E94589}" destId="{CC4FEF3C-B948-4E60-B04B-C1C2ED2B0E69}"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11AF103-0BE7-4550-8427-5C3F73C1FE97}" type="doc">
      <dgm:prSet loTypeId="urn:microsoft.com/office/officeart/2005/8/layout/default" loCatId="list" qsTypeId="urn:microsoft.com/office/officeart/2005/8/quickstyle/simple2" qsCatId="simple" csTypeId="urn:microsoft.com/office/officeart/2005/8/colors/colorful2" csCatId="colorful" phldr="1"/>
      <dgm:spPr/>
      <dgm:t>
        <a:bodyPr/>
        <a:lstStyle/>
        <a:p>
          <a:endParaRPr lang="en-US"/>
        </a:p>
      </dgm:t>
    </dgm:pt>
    <dgm:pt modelId="{DE519C75-36C8-4692-8B38-C5C0D7B643B2}">
      <dgm:prSet custT="1"/>
      <dgm:spPr/>
      <dgm:t>
        <a:bodyPr/>
        <a:lstStyle/>
        <a:p>
          <a:r>
            <a:rPr lang="en-GB" sz="2800" dirty="0"/>
            <a:t>Detects if phone is on table using  ultrasonic sensor in the device</a:t>
          </a:r>
          <a:endParaRPr lang="en-US" sz="2800" dirty="0"/>
        </a:p>
      </dgm:t>
    </dgm:pt>
    <dgm:pt modelId="{47A6F431-A797-4E03-BF39-CC496DA72B06}" type="parTrans" cxnId="{B17423B6-0AD9-4783-8FF2-86916595AC87}">
      <dgm:prSet/>
      <dgm:spPr/>
      <dgm:t>
        <a:bodyPr/>
        <a:lstStyle/>
        <a:p>
          <a:endParaRPr lang="en-US"/>
        </a:p>
      </dgm:t>
    </dgm:pt>
    <dgm:pt modelId="{F9EB81E8-BCF3-4188-BDE2-AE05AB392A30}" type="sibTrans" cxnId="{B17423B6-0AD9-4783-8FF2-86916595AC87}">
      <dgm:prSet/>
      <dgm:spPr/>
      <dgm:t>
        <a:bodyPr/>
        <a:lstStyle/>
        <a:p>
          <a:endParaRPr lang="en-US"/>
        </a:p>
      </dgm:t>
    </dgm:pt>
    <dgm:pt modelId="{4A42339C-734F-48D0-9DFB-4896EE913779}">
      <dgm:prSet custT="1"/>
      <dgm:spPr/>
      <dgm:t>
        <a:bodyPr/>
        <a:lstStyle/>
        <a:p>
          <a:r>
            <a:rPr lang="en-GB" sz="2000" dirty="0"/>
            <a:t>Detects if phone is in the user’s hand if it is in the frame of the camera on laptop with a YOLO phone and person detection system using a one pass neural network </a:t>
          </a:r>
          <a:endParaRPr lang="en-US" sz="2000" dirty="0"/>
        </a:p>
      </dgm:t>
    </dgm:pt>
    <dgm:pt modelId="{94D77411-658C-4A91-937A-6C6EC9DA6960}" type="parTrans" cxnId="{3FCB3DB2-3EB7-4A23-932A-581B0FD61620}">
      <dgm:prSet/>
      <dgm:spPr/>
      <dgm:t>
        <a:bodyPr/>
        <a:lstStyle/>
        <a:p>
          <a:endParaRPr lang="en-US"/>
        </a:p>
      </dgm:t>
    </dgm:pt>
    <dgm:pt modelId="{AA8C1075-8D91-435A-B0E5-4A3A010973C0}" type="sibTrans" cxnId="{3FCB3DB2-3EB7-4A23-932A-581B0FD61620}">
      <dgm:prSet/>
      <dgm:spPr/>
      <dgm:t>
        <a:bodyPr/>
        <a:lstStyle/>
        <a:p>
          <a:endParaRPr lang="en-US"/>
        </a:p>
      </dgm:t>
    </dgm:pt>
    <dgm:pt modelId="{9CBD1385-9C54-478B-A161-FB7FE56E3452}">
      <dgm:prSet custT="1"/>
      <dgm:spPr/>
      <dgm:t>
        <a:bodyPr/>
        <a:lstStyle/>
        <a:p>
          <a:r>
            <a:rPr lang="en-GB" sz="2400" dirty="0"/>
            <a:t>Detection of inclination on phone using gyroscope sensor on MATLAB app</a:t>
          </a:r>
          <a:endParaRPr lang="en-US" sz="2400" dirty="0"/>
        </a:p>
      </dgm:t>
    </dgm:pt>
    <dgm:pt modelId="{286D7AC3-C4AE-4F02-AC17-9AB63B0EA795}" type="parTrans" cxnId="{AA105FDF-63E8-405D-A74E-7DA1CE7C57FE}">
      <dgm:prSet/>
      <dgm:spPr/>
      <dgm:t>
        <a:bodyPr/>
        <a:lstStyle/>
        <a:p>
          <a:endParaRPr lang="en-US"/>
        </a:p>
      </dgm:t>
    </dgm:pt>
    <dgm:pt modelId="{1BC3DA8D-7FFD-40A8-859F-C9867C81E066}" type="sibTrans" cxnId="{AA105FDF-63E8-405D-A74E-7DA1CE7C57FE}">
      <dgm:prSet/>
      <dgm:spPr/>
      <dgm:t>
        <a:bodyPr/>
        <a:lstStyle/>
        <a:p>
          <a:endParaRPr lang="en-US"/>
        </a:p>
      </dgm:t>
    </dgm:pt>
    <dgm:pt modelId="{4562108C-B49E-40E3-9598-2C91160074EA}">
      <dgm:prSet/>
      <dgm:spPr/>
      <dgm:t>
        <a:bodyPr/>
        <a:lstStyle/>
        <a:p>
          <a:r>
            <a:rPr lang="en-US" dirty="0"/>
            <a:t>Uses </a:t>
          </a:r>
          <a:r>
            <a:rPr lang="en-US" dirty="0" err="1"/>
            <a:t>mediapipe</a:t>
          </a:r>
          <a:r>
            <a:rPr lang="en-US" dirty="0"/>
            <a:t> (a head and eye tracker) using a neutral network on certain points on the face, like chin, eyes, nose and more to see where someone is looking</a:t>
          </a:r>
        </a:p>
      </dgm:t>
    </dgm:pt>
    <dgm:pt modelId="{FF81E9DB-7F9A-48CE-B507-345B9B47D668}" type="sibTrans" cxnId="{BF267DF5-3B60-41FF-987B-58F597F89D13}">
      <dgm:prSet/>
      <dgm:spPr/>
      <dgm:t>
        <a:bodyPr/>
        <a:lstStyle/>
        <a:p>
          <a:endParaRPr lang="en-US"/>
        </a:p>
      </dgm:t>
    </dgm:pt>
    <dgm:pt modelId="{56446683-E71F-4700-B3F5-8EF40683E19A}" type="parTrans" cxnId="{BF267DF5-3B60-41FF-987B-58F597F89D13}">
      <dgm:prSet/>
      <dgm:spPr/>
      <dgm:t>
        <a:bodyPr/>
        <a:lstStyle/>
        <a:p>
          <a:endParaRPr lang="en-US"/>
        </a:p>
      </dgm:t>
    </dgm:pt>
    <dgm:pt modelId="{6FFF44C0-80AE-4B7A-8A1C-B8F81CCF9A9A}">
      <dgm:prSet/>
      <dgm:spPr/>
      <dgm:t>
        <a:bodyPr/>
        <a:lstStyle/>
        <a:p>
          <a:r>
            <a:rPr lang="en-GB" dirty="0"/>
            <a:t>There are 3 states the system has, as described on the next slide.</a:t>
          </a:r>
        </a:p>
      </dgm:t>
    </dgm:pt>
    <dgm:pt modelId="{D8BC65DC-5402-476F-B1C6-BEE421BCE788}" type="parTrans" cxnId="{5B91A2E5-7757-4955-B952-9B55BEAE9B7F}">
      <dgm:prSet/>
      <dgm:spPr/>
      <dgm:t>
        <a:bodyPr/>
        <a:lstStyle/>
        <a:p>
          <a:endParaRPr lang="en-GB"/>
        </a:p>
      </dgm:t>
    </dgm:pt>
    <dgm:pt modelId="{14C752A6-A8D8-4FE2-948C-65DBB2ACB54E}" type="sibTrans" cxnId="{5B91A2E5-7757-4955-B952-9B55BEAE9B7F}">
      <dgm:prSet/>
      <dgm:spPr/>
      <dgm:t>
        <a:bodyPr/>
        <a:lstStyle/>
        <a:p>
          <a:endParaRPr lang="en-GB"/>
        </a:p>
      </dgm:t>
    </dgm:pt>
    <dgm:pt modelId="{1D78F77A-18C0-49F4-8E7C-E701F43BD2BC}" type="pres">
      <dgm:prSet presAssocID="{411AF103-0BE7-4550-8427-5C3F73C1FE97}" presName="diagram" presStyleCnt="0">
        <dgm:presLayoutVars>
          <dgm:dir/>
          <dgm:resizeHandles val="exact"/>
        </dgm:presLayoutVars>
      </dgm:prSet>
      <dgm:spPr/>
    </dgm:pt>
    <dgm:pt modelId="{8D7AF450-85A0-4872-8570-3AFBF8322E8F}" type="pres">
      <dgm:prSet presAssocID="{DE519C75-36C8-4692-8B38-C5C0D7B643B2}" presName="node" presStyleLbl="node1" presStyleIdx="0" presStyleCnt="5">
        <dgm:presLayoutVars>
          <dgm:bulletEnabled val="1"/>
        </dgm:presLayoutVars>
      </dgm:prSet>
      <dgm:spPr/>
    </dgm:pt>
    <dgm:pt modelId="{8091536A-779A-4417-921C-E0FE3CA807B1}" type="pres">
      <dgm:prSet presAssocID="{F9EB81E8-BCF3-4188-BDE2-AE05AB392A30}" presName="sibTrans" presStyleCnt="0"/>
      <dgm:spPr/>
    </dgm:pt>
    <dgm:pt modelId="{7E5AE839-E617-4A6B-B769-91EFD64551A0}" type="pres">
      <dgm:prSet presAssocID="{4A42339C-734F-48D0-9DFB-4896EE913779}" presName="node" presStyleLbl="node1" presStyleIdx="1" presStyleCnt="5">
        <dgm:presLayoutVars>
          <dgm:bulletEnabled val="1"/>
        </dgm:presLayoutVars>
      </dgm:prSet>
      <dgm:spPr/>
    </dgm:pt>
    <dgm:pt modelId="{64AE4049-E5A9-42FD-9650-53F82AF15672}" type="pres">
      <dgm:prSet presAssocID="{AA8C1075-8D91-435A-B0E5-4A3A010973C0}" presName="sibTrans" presStyleCnt="0"/>
      <dgm:spPr/>
    </dgm:pt>
    <dgm:pt modelId="{A6ED68CC-4D39-4E4D-82B9-8D708B1E3512}" type="pres">
      <dgm:prSet presAssocID="{9CBD1385-9C54-478B-A161-FB7FE56E3452}" presName="node" presStyleLbl="node1" presStyleIdx="2" presStyleCnt="5" custLinFactNeighborX="863" custLinFactNeighborY="5750">
        <dgm:presLayoutVars>
          <dgm:bulletEnabled val="1"/>
        </dgm:presLayoutVars>
      </dgm:prSet>
      <dgm:spPr/>
    </dgm:pt>
    <dgm:pt modelId="{4DAC7A1E-F0F9-4A93-9076-3B92359EE659}" type="pres">
      <dgm:prSet presAssocID="{1BC3DA8D-7FFD-40A8-859F-C9867C81E066}" presName="sibTrans" presStyleCnt="0"/>
      <dgm:spPr/>
    </dgm:pt>
    <dgm:pt modelId="{FD8EFCE9-2EFF-4A46-97BD-D68334D8D1A6}" type="pres">
      <dgm:prSet presAssocID="{4562108C-B49E-40E3-9598-2C91160074EA}" presName="node" presStyleLbl="node1" presStyleIdx="3" presStyleCnt="5" custLinFactNeighborX="-258">
        <dgm:presLayoutVars>
          <dgm:bulletEnabled val="1"/>
        </dgm:presLayoutVars>
      </dgm:prSet>
      <dgm:spPr/>
    </dgm:pt>
    <dgm:pt modelId="{2F492441-6256-40B1-AFDA-EF4084A03181}" type="pres">
      <dgm:prSet presAssocID="{FF81E9DB-7F9A-48CE-B507-345B9B47D668}" presName="sibTrans" presStyleCnt="0"/>
      <dgm:spPr/>
    </dgm:pt>
    <dgm:pt modelId="{1AB37B74-DC70-4345-B1CA-0B9E4F4D0BB0}" type="pres">
      <dgm:prSet presAssocID="{6FFF44C0-80AE-4B7A-8A1C-B8F81CCF9A9A}" presName="node" presStyleLbl="node1" presStyleIdx="4" presStyleCnt="5">
        <dgm:presLayoutVars>
          <dgm:bulletEnabled val="1"/>
        </dgm:presLayoutVars>
      </dgm:prSet>
      <dgm:spPr/>
    </dgm:pt>
  </dgm:ptLst>
  <dgm:cxnLst>
    <dgm:cxn modelId="{FB78B705-18BB-4C8E-9994-ADAE5077ADF1}" type="presOf" srcId="{6FFF44C0-80AE-4B7A-8A1C-B8F81CCF9A9A}" destId="{1AB37B74-DC70-4345-B1CA-0B9E4F4D0BB0}" srcOrd="0" destOrd="0" presId="urn:microsoft.com/office/officeart/2005/8/layout/default"/>
    <dgm:cxn modelId="{2219B258-C16A-4AE1-A8C1-140D35B33004}" type="presOf" srcId="{4A42339C-734F-48D0-9DFB-4896EE913779}" destId="{7E5AE839-E617-4A6B-B769-91EFD64551A0}" srcOrd="0" destOrd="0" presId="urn:microsoft.com/office/officeart/2005/8/layout/default"/>
    <dgm:cxn modelId="{DF142293-6AD5-425E-A160-06C0CBBCCA20}" type="presOf" srcId="{9CBD1385-9C54-478B-A161-FB7FE56E3452}" destId="{A6ED68CC-4D39-4E4D-82B9-8D708B1E3512}" srcOrd="0" destOrd="0" presId="urn:microsoft.com/office/officeart/2005/8/layout/default"/>
    <dgm:cxn modelId="{C7C996AC-00A6-498C-8271-F2D02BA314F9}" type="presOf" srcId="{DE519C75-36C8-4692-8B38-C5C0D7B643B2}" destId="{8D7AF450-85A0-4872-8570-3AFBF8322E8F}" srcOrd="0" destOrd="0" presId="urn:microsoft.com/office/officeart/2005/8/layout/default"/>
    <dgm:cxn modelId="{3FCB3DB2-3EB7-4A23-932A-581B0FD61620}" srcId="{411AF103-0BE7-4550-8427-5C3F73C1FE97}" destId="{4A42339C-734F-48D0-9DFB-4896EE913779}" srcOrd="1" destOrd="0" parTransId="{94D77411-658C-4A91-937A-6C6EC9DA6960}" sibTransId="{AA8C1075-8D91-435A-B0E5-4A3A010973C0}"/>
    <dgm:cxn modelId="{B17423B6-0AD9-4783-8FF2-86916595AC87}" srcId="{411AF103-0BE7-4550-8427-5C3F73C1FE97}" destId="{DE519C75-36C8-4692-8B38-C5C0D7B643B2}" srcOrd="0" destOrd="0" parTransId="{47A6F431-A797-4E03-BF39-CC496DA72B06}" sibTransId="{F9EB81E8-BCF3-4188-BDE2-AE05AB392A30}"/>
    <dgm:cxn modelId="{AA105FDF-63E8-405D-A74E-7DA1CE7C57FE}" srcId="{411AF103-0BE7-4550-8427-5C3F73C1FE97}" destId="{9CBD1385-9C54-478B-A161-FB7FE56E3452}" srcOrd="2" destOrd="0" parTransId="{286D7AC3-C4AE-4F02-AC17-9AB63B0EA795}" sibTransId="{1BC3DA8D-7FFD-40A8-859F-C9867C81E066}"/>
    <dgm:cxn modelId="{8D0894E5-17BF-4134-B97E-5527D3BEE314}" type="presOf" srcId="{411AF103-0BE7-4550-8427-5C3F73C1FE97}" destId="{1D78F77A-18C0-49F4-8E7C-E701F43BD2BC}" srcOrd="0" destOrd="0" presId="urn:microsoft.com/office/officeart/2005/8/layout/default"/>
    <dgm:cxn modelId="{5B91A2E5-7757-4955-B952-9B55BEAE9B7F}" srcId="{411AF103-0BE7-4550-8427-5C3F73C1FE97}" destId="{6FFF44C0-80AE-4B7A-8A1C-B8F81CCF9A9A}" srcOrd="4" destOrd="0" parTransId="{D8BC65DC-5402-476F-B1C6-BEE421BCE788}" sibTransId="{14C752A6-A8D8-4FE2-948C-65DBB2ACB54E}"/>
    <dgm:cxn modelId="{875EBAF2-8313-4B70-BF46-AED197875C84}" type="presOf" srcId="{4562108C-B49E-40E3-9598-2C91160074EA}" destId="{FD8EFCE9-2EFF-4A46-97BD-D68334D8D1A6}" srcOrd="0" destOrd="0" presId="urn:microsoft.com/office/officeart/2005/8/layout/default"/>
    <dgm:cxn modelId="{BF267DF5-3B60-41FF-987B-58F597F89D13}" srcId="{411AF103-0BE7-4550-8427-5C3F73C1FE97}" destId="{4562108C-B49E-40E3-9598-2C91160074EA}" srcOrd="3" destOrd="0" parTransId="{56446683-E71F-4700-B3F5-8EF40683E19A}" sibTransId="{FF81E9DB-7F9A-48CE-B507-345B9B47D668}"/>
    <dgm:cxn modelId="{1D85DF26-8336-4387-8273-50952B66C5BC}" type="presParOf" srcId="{1D78F77A-18C0-49F4-8E7C-E701F43BD2BC}" destId="{8D7AF450-85A0-4872-8570-3AFBF8322E8F}" srcOrd="0" destOrd="0" presId="urn:microsoft.com/office/officeart/2005/8/layout/default"/>
    <dgm:cxn modelId="{F7B4F21E-C328-4AEC-98A7-2CF1A913172A}" type="presParOf" srcId="{1D78F77A-18C0-49F4-8E7C-E701F43BD2BC}" destId="{8091536A-779A-4417-921C-E0FE3CA807B1}" srcOrd="1" destOrd="0" presId="urn:microsoft.com/office/officeart/2005/8/layout/default"/>
    <dgm:cxn modelId="{2C83C14D-BD90-44A3-8333-BF2036CE352D}" type="presParOf" srcId="{1D78F77A-18C0-49F4-8E7C-E701F43BD2BC}" destId="{7E5AE839-E617-4A6B-B769-91EFD64551A0}" srcOrd="2" destOrd="0" presId="urn:microsoft.com/office/officeart/2005/8/layout/default"/>
    <dgm:cxn modelId="{1B06197B-382E-4991-88D3-E9913FF9AE9E}" type="presParOf" srcId="{1D78F77A-18C0-49F4-8E7C-E701F43BD2BC}" destId="{64AE4049-E5A9-42FD-9650-53F82AF15672}" srcOrd="3" destOrd="0" presId="urn:microsoft.com/office/officeart/2005/8/layout/default"/>
    <dgm:cxn modelId="{9FB5E46A-FFFF-4737-8499-FD2B6B81BD18}" type="presParOf" srcId="{1D78F77A-18C0-49F4-8E7C-E701F43BD2BC}" destId="{A6ED68CC-4D39-4E4D-82B9-8D708B1E3512}" srcOrd="4" destOrd="0" presId="urn:microsoft.com/office/officeart/2005/8/layout/default"/>
    <dgm:cxn modelId="{2B4AE4A8-B3F7-43D0-9874-E3FE6B86C588}" type="presParOf" srcId="{1D78F77A-18C0-49F4-8E7C-E701F43BD2BC}" destId="{4DAC7A1E-F0F9-4A93-9076-3B92359EE659}" srcOrd="5" destOrd="0" presId="urn:microsoft.com/office/officeart/2005/8/layout/default"/>
    <dgm:cxn modelId="{DFE1F8C6-091E-451E-BDF7-816AF541C9D6}" type="presParOf" srcId="{1D78F77A-18C0-49F4-8E7C-E701F43BD2BC}" destId="{FD8EFCE9-2EFF-4A46-97BD-D68334D8D1A6}" srcOrd="6" destOrd="0" presId="urn:microsoft.com/office/officeart/2005/8/layout/default"/>
    <dgm:cxn modelId="{73EFF267-31AC-4F60-A0BB-8934CD56521C}" type="presParOf" srcId="{1D78F77A-18C0-49F4-8E7C-E701F43BD2BC}" destId="{2F492441-6256-40B1-AFDA-EF4084A03181}" srcOrd="7" destOrd="0" presId="urn:microsoft.com/office/officeart/2005/8/layout/default"/>
    <dgm:cxn modelId="{6839F371-E6C6-4342-BB1E-665BDF49A710}" type="presParOf" srcId="{1D78F77A-18C0-49F4-8E7C-E701F43BD2BC}" destId="{1AB37B74-DC70-4345-B1CA-0B9E4F4D0BB0}" srcOrd="8"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403E9A1-4D82-4EE8-8AA1-00F957F4D98A}" type="doc">
      <dgm:prSet loTypeId="urn:microsoft.com/office/officeart/2005/8/layout/vList5" loCatId="list" qsTypeId="urn:microsoft.com/office/officeart/2005/8/quickstyle/simple1" qsCatId="simple" csTypeId="urn:microsoft.com/office/officeart/2005/8/colors/colorful2" csCatId="colorful" phldr="1"/>
      <dgm:spPr/>
      <dgm:t>
        <a:bodyPr/>
        <a:lstStyle/>
        <a:p>
          <a:endParaRPr lang="en-US"/>
        </a:p>
      </dgm:t>
    </dgm:pt>
    <dgm:pt modelId="{378B77F5-F5EC-459F-B171-C3634E84934C}">
      <dgm:prSet/>
      <dgm:spPr>
        <a:solidFill>
          <a:srgbClr val="00B050"/>
        </a:solidFill>
      </dgm:spPr>
      <dgm:t>
        <a:bodyPr/>
        <a:lstStyle/>
        <a:p>
          <a:pPr>
            <a:defRPr cap="all"/>
          </a:pPr>
          <a:r>
            <a:rPr lang="en-GB" dirty="0">
              <a:solidFill>
                <a:schemeClr val="tx1"/>
              </a:solidFill>
            </a:rPr>
            <a:t>Locked-in </a:t>
          </a:r>
          <a:endParaRPr lang="en-US" dirty="0">
            <a:solidFill>
              <a:schemeClr val="tx1"/>
            </a:solidFill>
          </a:endParaRPr>
        </a:p>
      </dgm:t>
    </dgm:pt>
    <dgm:pt modelId="{7EC340BA-2C3B-4BB5-AECB-A881DBAED326}" type="parTrans" cxnId="{CD2098B5-B86E-4066-A69B-22E3728BC557}">
      <dgm:prSet/>
      <dgm:spPr/>
      <dgm:t>
        <a:bodyPr/>
        <a:lstStyle/>
        <a:p>
          <a:endParaRPr lang="en-US"/>
        </a:p>
      </dgm:t>
    </dgm:pt>
    <dgm:pt modelId="{CA2A20A0-6B5F-425C-AB84-06FFB5DAC7EF}" type="sibTrans" cxnId="{CD2098B5-B86E-4066-A69B-22E3728BC557}">
      <dgm:prSet/>
      <dgm:spPr/>
      <dgm:t>
        <a:bodyPr/>
        <a:lstStyle/>
        <a:p>
          <a:endParaRPr lang="en-US"/>
        </a:p>
      </dgm:t>
    </dgm:pt>
    <dgm:pt modelId="{CB5A30C6-1B99-4DC2-A571-A2B060AC3E75}">
      <dgm:prSet/>
      <dgm:spPr>
        <a:solidFill>
          <a:srgbClr val="FFFF00"/>
        </a:solidFill>
      </dgm:spPr>
      <dgm:t>
        <a:bodyPr/>
        <a:lstStyle/>
        <a:p>
          <a:pPr>
            <a:defRPr cap="all"/>
          </a:pPr>
          <a:r>
            <a:rPr lang="en-GB" dirty="0">
              <a:solidFill>
                <a:schemeClr val="tx1"/>
              </a:solidFill>
            </a:rPr>
            <a:t>Distracted</a:t>
          </a:r>
          <a:r>
            <a:rPr lang="en-GB" dirty="0"/>
            <a:t> </a:t>
          </a:r>
          <a:endParaRPr lang="en-US" dirty="0"/>
        </a:p>
      </dgm:t>
    </dgm:pt>
    <dgm:pt modelId="{67B25526-A828-430C-B8B8-AC94019630EA}" type="parTrans" cxnId="{EA278CBC-E70F-4CF2-BA2C-45C4CC536958}">
      <dgm:prSet/>
      <dgm:spPr/>
      <dgm:t>
        <a:bodyPr/>
        <a:lstStyle/>
        <a:p>
          <a:endParaRPr lang="en-US"/>
        </a:p>
      </dgm:t>
    </dgm:pt>
    <dgm:pt modelId="{EDD6A47D-B245-49E3-92FE-0408D27DCA80}" type="sibTrans" cxnId="{EA278CBC-E70F-4CF2-BA2C-45C4CC536958}">
      <dgm:prSet/>
      <dgm:spPr/>
      <dgm:t>
        <a:bodyPr/>
        <a:lstStyle/>
        <a:p>
          <a:endParaRPr lang="en-US"/>
        </a:p>
      </dgm:t>
    </dgm:pt>
    <dgm:pt modelId="{AA61EB64-4EB9-4629-87FA-298DF4F88EA1}">
      <dgm:prSet/>
      <dgm:spPr>
        <a:solidFill>
          <a:srgbClr val="FF0000"/>
        </a:solidFill>
      </dgm:spPr>
      <dgm:t>
        <a:bodyPr/>
        <a:lstStyle/>
        <a:p>
          <a:pPr>
            <a:defRPr cap="all"/>
          </a:pPr>
          <a:r>
            <a:rPr lang="en-GB" dirty="0">
              <a:solidFill>
                <a:schemeClr val="tx1"/>
              </a:solidFill>
            </a:rPr>
            <a:t>Distracted for more than a certain amount of time (5 mins for example)</a:t>
          </a:r>
          <a:endParaRPr lang="en-US" dirty="0">
            <a:solidFill>
              <a:schemeClr val="tx1"/>
            </a:solidFill>
          </a:endParaRPr>
        </a:p>
      </dgm:t>
    </dgm:pt>
    <dgm:pt modelId="{331055EE-1102-4325-84F1-570C6EF754DF}" type="parTrans" cxnId="{CE7B00E0-BBFB-46E3-89A2-30E922B9C0C9}">
      <dgm:prSet/>
      <dgm:spPr/>
      <dgm:t>
        <a:bodyPr/>
        <a:lstStyle/>
        <a:p>
          <a:endParaRPr lang="en-US"/>
        </a:p>
      </dgm:t>
    </dgm:pt>
    <dgm:pt modelId="{D034638D-E6E9-4E1B-BED6-F7A9571E518B}" type="sibTrans" cxnId="{CE7B00E0-BBFB-46E3-89A2-30E922B9C0C9}">
      <dgm:prSet/>
      <dgm:spPr/>
      <dgm:t>
        <a:bodyPr/>
        <a:lstStyle/>
        <a:p>
          <a:endParaRPr lang="en-US"/>
        </a:p>
      </dgm:t>
    </dgm:pt>
    <dgm:pt modelId="{075CAA9B-88FD-4409-9AFA-E3F66A3E9524}" type="pres">
      <dgm:prSet presAssocID="{8403E9A1-4D82-4EE8-8AA1-00F957F4D98A}" presName="Name0" presStyleCnt="0">
        <dgm:presLayoutVars>
          <dgm:dir/>
          <dgm:animLvl val="lvl"/>
          <dgm:resizeHandles val="exact"/>
        </dgm:presLayoutVars>
      </dgm:prSet>
      <dgm:spPr/>
    </dgm:pt>
    <dgm:pt modelId="{6D96EC5E-FBE4-4375-A15A-0374509611ED}" type="pres">
      <dgm:prSet presAssocID="{378B77F5-F5EC-459F-B171-C3634E84934C}" presName="linNode" presStyleCnt="0"/>
      <dgm:spPr/>
    </dgm:pt>
    <dgm:pt modelId="{535BEED7-3AF2-4E61-AB66-DA5676B09A5B}" type="pres">
      <dgm:prSet presAssocID="{378B77F5-F5EC-459F-B171-C3634E84934C}" presName="parentText" presStyleLbl="node1" presStyleIdx="0" presStyleCnt="3" custLinFactNeighborY="-604">
        <dgm:presLayoutVars>
          <dgm:chMax val="1"/>
          <dgm:bulletEnabled val="1"/>
        </dgm:presLayoutVars>
      </dgm:prSet>
      <dgm:spPr/>
    </dgm:pt>
    <dgm:pt modelId="{3AB45372-71BE-4EB1-98DF-8F2EBDF5D52B}" type="pres">
      <dgm:prSet presAssocID="{CA2A20A0-6B5F-425C-AB84-06FFB5DAC7EF}" presName="sp" presStyleCnt="0"/>
      <dgm:spPr/>
    </dgm:pt>
    <dgm:pt modelId="{81F6C56F-00C6-4D03-9A93-242AA791C689}" type="pres">
      <dgm:prSet presAssocID="{CB5A30C6-1B99-4DC2-A571-A2B060AC3E75}" presName="linNode" presStyleCnt="0"/>
      <dgm:spPr/>
    </dgm:pt>
    <dgm:pt modelId="{C90B2C43-E0D4-40F8-924E-A75537EE8201}" type="pres">
      <dgm:prSet presAssocID="{CB5A30C6-1B99-4DC2-A571-A2B060AC3E75}" presName="parentText" presStyleLbl="node1" presStyleIdx="1" presStyleCnt="3">
        <dgm:presLayoutVars>
          <dgm:chMax val="1"/>
          <dgm:bulletEnabled val="1"/>
        </dgm:presLayoutVars>
      </dgm:prSet>
      <dgm:spPr/>
    </dgm:pt>
    <dgm:pt modelId="{D08E34C3-7A12-4282-9E48-322FC7B3B147}" type="pres">
      <dgm:prSet presAssocID="{EDD6A47D-B245-49E3-92FE-0408D27DCA80}" presName="sp" presStyleCnt="0"/>
      <dgm:spPr/>
    </dgm:pt>
    <dgm:pt modelId="{7F8EA1A2-AF21-46E8-97ED-E01F3E676CC0}" type="pres">
      <dgm:prSet presAssocID="{AA61EB64-4EB9-4629-87FA-298DF4F88EA1}" presName="linNode" presStyleCnt="0"/>
      <dgm:spPr/>
    </dgm:pt>
    <dgm:pt modelId="{E25260D8-B08F-4C03-9797-0BE27723D1D0}" type="pres">
      <dgm:prSet presAssocID="{AA61EB64-4EB9-4629-87FA-298DF4F88EA1}" presName="parentText" presStyleLbl="node1" presStyleIdx="2" presStyleCnt="3">
        <dgm:presLayoutVars>
          <dgm:chMax val="1"/>
          <dgm:bulletEnabled val="1"/>
        </dgm:presLayoutVars>
      </dgm:prSet>
      <dgm:spPr/>
    </dgm:pt>
  </dgm:ptLst>
  <dgm:cxnLst>
    <dgm:cxn modelId="{9D7DF03F-BC79-49F7-903D-19AA914BA1F5}" type="presOf" srcId="{8403E9A1-4D82-4EE8-8AA1-00F957F4D98A}" destId="{075CAA9B-88FD-4409-9AFA-E3F66A3E9524}" srcOrd="0" destOrd="0" presId="urn:microsoft.com/office/officeart/2005/8/layout/vList5"/>
    <dgm:cxn modelId="{FA001A99-A44E-4F6C-AB31-9B2802990B24}" type="presOf" srcId="{AA61EB64-4EB9-4629-87FA-298DF4F88EA1}" destId="{E25260D8-B08F-4C03-9797-0BE27723D1D0}" srcOrd="0" destOrd="0" presId="urn:microsoft.com/office/officeart/2005/8/layout/vList5"/>
    <dgm:cxn modelId="{CD2098B5-B86E-4066-A69B-22E3728BC557}" srcId="{8403E9A1-4D82-4EE8-8AA1-00F957F4D98A}" destId="{378B77F5-F5EC-459F-B171-C3634E84934C}" srcOrd="0" destOrd="0" parTransId="{7EC340BA-2C3B-4BB5-AECB-A881DBAED326}" sibTransId="{CA2A20A0-6B5F-425C-AB84-06FFB5DAC7EF}"/>
    <dgm:cxn modelId="{EA278CBC-E70F-4CF2-BA2C-45C4CC536958}" srcId="{8403E9A1-4D82-4EE8-8AA1-00F957F4D98A}" destId="{CB5A30C6-1B99-4DC2-A571-A2B060AC3E75}" srcOrd="1" destOrd="0" parTransId="{67B25526-A828-430C-B8B8-AC94019630EA}" sibTransId="{EDD6A47D-B245-49E3-92FE-0408D27DCA80}"/>
    <dgm:cxn modelId="{CE7B00E0-BBFB-46E3-89A2-30E922B9C0C9}" srcId="{8403E9A1-4D82-4EE8-8AA1-00F957F4D98A}" destId="{AA61EB64-4EB9-4629-87FA-298DF4F88EA1}" srcOrd="2" destOrd="0" parTransId="{331055EE-1102-4325-84F1-570C6EF754DF}" sibTransId="{D034638D-E6E9-4E1B-BED6-F7A9571E518B}"/>
    <dgm:cxn modelId="{62AA47EB-41DE-4FAB-89B9-E3F0BA67F5A2}" type="presOf" srcId="{CB5A30C6-1B99-4DC2-A571-A2B060AC3E75}" destId="{C90B2C43-E0D4-40F8-924E-A75537EE8201}" srcOrd="0" destOrd="0" presId="urn:microsoft.com/office/officeart/2005/8/layout/vList5"/>
    <dgm:cxn modelId="{6CAAB0FA-FC12-4955-AC6D-1BD493B13520}" type="presOf" srcId="{378B77F5-F5EC-459F-B171-C3634E84934C}" destId="{535BEED7-3AF2-4E61-AB66-DA5676B09A5B}" srcOrd="0" destOrd="0" presId="urn:microsoft.com/office/officeart/2005/8/layout/vList5"/>
    <dgm:cxn modelId="{E45FD6FB-D78F-425B-96C1-7079A8F53183}" type="presParOf" srcId="{075CAA9B-88FD-4409-9AFA-E3F66A3E9524}" destId="{6D96EC5E-FBE4-4375-A15A-0374509611ED}" srcOrd="0" destOrd="0" presId="urn:microsoft.com/office/officeart/2005/8/layout/vList5"/>
    <dgm:cxn modelId="{BA36050C-F79D-47A7-BE3C-E56F6157C42A}" type="presParOf" srcId="{6D96EC5E-FBE4-4375-A15A-0374509611ED}" destId="{535BEED7-3AF2-4E61-AB66-DA5676B09A5B}" srcOrd="0" destOrd="0" presId="urn:microsoft.com/office/officeart/2005/8/layout/vList5"/>
    <dgm:cxn modelId="{F4187827-2746-44FF-9DF4-C5100533902A}" type="presParOf" srcId="{075CAA9B-88FD-4409-9AFA-E3F66A3E9524}" destId="{3AB45372-71BE-4EB1-98DF-8F2EBDF5D52B}" srcOrd="1" destOrd="0" presId="urn:microsoft.com/office/officeart/2005/8/layout/vList5"/>
    <dgm:cxn modelId="{6988572C-CD50-411F-A819-44192BE6F332}" type="presParOf" srcId="{075CAA9B-88FD-4409-9AFA-E3F66A3E9524}" destId="{81F6C56F-00C6-4D03-9A93-242AA791C689}" srcOrd="2" destOrd="0" presId="urn:microsoft.com/office/officeart/2005/8/layout/vList5"/>
    <dgm:cxn modelId="{72B4BD85-9FD7-4B88-BF5B-A6C9683CECBC}" type="presParOf" srcId="{81F6C56F-00C6-4D03-9A93-242AA791C689}" destId="{C90B2C43-E0D4-40F8-924E-A75537EE8201}" srcOrd="0" destOrd="0" presId="urn:microsoft.com/office/officeart/2005/8/layout/vList5"/>
    <dgm:cxn modelId="{1495C991-3FE4-412C-B95D-4A5428306119}" type="presParOf" srcId="{075CAA9B-88FD-4409-9AFA-E3F66A3E9524}" destId="{D08E34C3-7A12-4282-9E48-322FC7B3B147}" srcOrd="3" destOrd="0" presId="urn:microsoft.com/office/officeart/2005/8/layout/vList5"/>
    <dgm:cxn modelId="{EF8138ED-009B-4D23-BBC3-790CCC72DA7B}" type="presParOf" srcId="{075CAA9B-88FD-4409-9AFA-E3F66A3E9524}" destId="{7F8EA1A2-AF21-46E8-97ED-E01F3E676CC0}" srcOrd="4" destOrd="0" presId="urn:microsoft.com/office/officeart/2005/8/layout/vList5"/>
    <dgm:cxn modelId="{B3A2B211-EC27-46FD-8468-9C0E6D7F79EE}" type="presParOf" srcId="{7F8EA1A2-AF21-46E8-97ED-E01F3E676CC0}" destId="{E25260D8-B08F-4C03-9797-0BE27723D1D0}" srcOrd="0"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3740-EF3B-477A-A45F-3DA0D1D1D877}">
      <dsp:nvSpPr>
        <dsp:cNvPr id="0" name=""/>
        <dsp:cNvSpPr/>
      </dsp:nvSpPr>
      <dsp:spPr>
        <a:xfrm>
          <a:off x="0" y="531"/>
          <a:ext cx="10515600" cy="1244702"/>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2384224-CBFA-416B-95FC-278949301BCF}">
      <dsp:nvSpPr>
        <dsp:cNvPr id="0" name=""/>
        <dsp:cNvSpPr/>
      </dsp:nvSpPr>
      <dsp:spPr>
        <a:xfrm>
          <a:off x="376522" y="280590"/>
          <a:ext cx="684586" cy="684586"/>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12D850E-B88C-4E17-B86F-C6424AD1F875}">
      <dsp:nvSpPr>
        <dsp:cNvPr id="0" name=""/>
        <dsp:cNvSpPr/>
      </dsp:nvSpPr>
      <dsp:spPr>
        <a:xfrm>
          <a:off x="1437631" y="531"/>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889000">
            <a:lnSpc>
              <a:spcPct val="90000"/>
            </a:lnSpc>
            <a:spcBef>
              <a:spcPct val="0"/>
            </a:spcBef>
            <a:spcAft>
              <a:spcPct val="35000"/>
            </a:spcAft>
            <a:buNone/>
          </a:pPr>
          <a:r>
            <a:rPr lang="en-GB" sz="2000" kern="1200" dirty="0"/>
            <a:t>Device that is attached to the back of your phone, using MagSafe (ideally)</a:t>
          </a:r>
          <a:endParaRPr lang="en-US" sz="2000" kern="1200" dirty="0"/>
        </a:p>
      </dsp:txBody>
      <dsp:txXfrm>
        <a:off x="1437631" y="531"/>
        <a:ext cx="9077968" cy="1244702"/>
      </dsp:txXfrm>
    </dsp:sp>
    <dsp:sp modelId="{5F4B12BC-0623-4224-9D28-2D36B49C25BF}">
      <dsp:nvSpPr>
        <dsp:cNvPr id="0" name=""/>
        <dsp:cNvSpPr/>
      </dsp:nvSpPr>
      <dsp:spPr>
        <a:xfrm>
          <a:off x="0" y="1556410"/>
          <a:ext cx="10515600" cy="1244702"/>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27FA50B-4F3A-464A-9DE5-1D1B47C0E647}">
      <dsp:nvSpPr>
        <dsp:cNvPr id="0" name=""/>
        <dsp:cNvSpPr/>
      </dsp:nvSpPr>
      <dsp:spPr>
        <a:xfrm>
          <a:off x="376522" y="1836468"/>
          <a:ext cx="684586" cy="684586"/>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506FB54-ADDB-4C3E-9482-B43511B84054}">
      <dsp:nvSpPr>
        <dsp:cNvPr id="0" name=""/>
        <dsp:cNvSpPr/>
      </dsp:nvSpPr>
      <dsp:spPr>
        <a:xfrm>
          <a:off x="1437631" y="1556410"/>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889000">
            <a:lnSpc>
              <a:spcPct val="90000"/>
            </a:lnSpc>
            <a:spcBef>
              <a:spcPct val="0"/>
            </a:spcBef>
            <a:spcAft>
              <a:spcPct val="35000"/>
            </a:spcAft>
            <a:buNone/>
          </a:pPr>
          <a:r>
            <a:rPr lang="en-GB" sz="2000" kern="1200"/>
            <a:t>Has several system that detect movements of your phone directly, using sensors in the device and the camera on your laptop.</a:t>
          </a:r>
          <a:endParaRPr lang="en-US" sz="2000" kern="1200"/>
        </a:p>
      </dsp:txBody>
      <dsp:txXfrm>
        <a:off x="1437631" y="1556410"/>
        <a:ext cx="9077968" cy="1244702"/>
      </dsp:txXfrm>
    </dsp:sp>
    <dsp:sp modelId="{8939557E-C270-4B36-B7DC-EDD38974A211}">
      <dsp:nvSpPr>
        <dsp:cNvPr id="0" name=""/>
        <dsp:cNvSpPr/>
      </dsp:nvSpPr>
      <dsp:spPr>
        <a:xfrm>
          <a:off x="0" y="3112289"/>
          <a:ext cx="10515600" cy="1244702"/>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18D2FAE-E4D5-42B5-BD8C-3BF978F259E5}">
      <dsp:nvSpPr>
        <dsp:cNvPr id="0" name=""/>
        <dsp:cNvSpPr/>
      </dsp:nvSpPr>
      <dsp:spPr>
        <a:xfrm>
          <a:off x="376522" y="3392347"/>
          <a:ext cx="684586" cy="684586"/>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C4FEF3C-B948-4E60-B04B-C1C2ED2B0E69}">
      <dsp:nvSpPr>
        <dsp:cNvPr id="0" name=""/>
        <dsp:cNvSpPr/>
      </dsp:nvSpPr>
      <dsp:spPr>
        <a:xfrm>
          <a:off x="1437631" y="3112289"/>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889000">
            <a:lnSpc>
              <a:spcPct val="90000"/>
            </a:lnSpc>
            <a:spcBef>
              <a:spcPct val="0"/>
            </a:spcBef>
            <a:spcAft>
              <a:spcPct val="35000"/>
            </a:spcAft>
            <a:buNone/>
          </a:pPr>
          <a:r>
            <a:rPr lang="en-GB" sz="2000" kern="1200" dirty="0"/>
            <a:t>If you are on your laptop initially doing your work and you decide to utilise your phone, the device and the system will detect these movements and record it. There would be different outputs, as described in the next couple slides.</a:t>
          </a:r>
          <a:endParaRPr lang="en-US" sz="2000" kern="1200" dirty="0"/>
        </a:p>
      </dsp:txBody>
      <dsp:txXfrm>
        <a:off x="1437631" y="3112289"/>
        <a:ext cx="9077968" cy="124470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7AF450-85A0-4872-8570-3AFBF8322E8F}">
      <dsp:nvSpPr>
        <dsp:cNvPr id="0" name=""/>
        <dsp:cNvSpPr/>
      </dsp:nvSpPr>
      <dsp:spPr>
        <a:xfrm>
          <a:off x="0" y="230849"/>
          <a:ext cx="3574520" cy="2144712"/>
        </a:xfrm>
        <a:prstGeom prst="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GB" sz="2800" kern="1200" dirty="0"/>
            <a:t>Detects if phone is on table using  ultrasonic sensor in the device</a:t>
          </a:r>
          <a:endParaRPr lang="en-US" sz="2800" kern="1200" dirty="0"/>
        </a:p>
      </dsp:txBody>
      <dsp:txXfrm>
        <a:off x="0" y="230849"/>
        <a:ext cx="3574520" cy="2144712"/>
      </dsp:txXfrm>
    </dsp:sp>
    <dsp:sp modelId="{7E5AE839-E617-4A6B-B769-91EFD64551A0}">
      <dsp:nvSpPr>
        <dsp:cNvPr id="0" name=""/>
        <dsp:cNvSpPr/>
      </dsp:nvSpPr>
      <dsp:spPr>
        <a:xfrm>
          <a:off x="3931973" y="230849"/>
          <a:ext cx="3574520" cy="2144712"/>
        </a:xfrm>
        <a:prstGeom prst="rect">
          <a:avLst/>
        </a:prstGeom>
        <a:solidFill>
          <a:schemeClr val="accent2">
            <a:hueOff val="1610903"/>
            <a:satOff val="-4623"/>
            <a:lumOff val="-7402"/>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GB" sz="2000" kern="1200" dirty="0"/>
            <a:t>Detects if phone is in the user’s hand if it is in the frame of the camera on laptop with a YOLO phone and person detection system using a one pass neural network </a:t>
          </a:r>
          <a:endParaRPr lang="en-US" sz="2000" kern="1200" dirty="0"/>
        </a:p>
      </dsp:txBody>
      <dsp:txXfrm>
        <a:off x="3931973" y="230849"/>
        <a:ext cx="3574520" cy="2144712"/>
      </dsp:txXfrm>
    </dsp:sp>
    <dsp:sp modelId="{A6ED68CC-4D39-4E4D-82B9-8D708B1E3512}">
      <dsp:nvSpPr>
        <dsp:cNvPr id="0" name=""/>
        <dsp:cNvSpPr/>
      </dsp:nvSpPr>
      <dsp:spPr>
        <a:xfrm>
          <a:off x="7863946" y="354170"/>
          <a:ext cx="3574520" cy="2144712"/>
        </a:xfrm>
        <a:prstGeom prst="rect">
          <a:avLst/>
        </a:prstGeom>
        <a:solidFill>
          <a:schemeClr val="accent2">
            <a:hueOff val="3221807"/>
            <a:satOff val="-9246"/>
            <a:lumOff val="-14805"/>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GB" sz="2400" kern="1200" dirty="0"/>
            <a:t>Detection of inclination on phone using gyroscope sensor on MATLAB app</a:t>
          </a:r>
          <a:endParaRPr lang="en-US" sz="2400" kern="1200" dirty="0"/>
        </a:p>
      </dsp:txBody>
      <dsp:txXfrm>
        <a:off x="7863946" y="354170"/>
        <a:ext cx="3574520" cy="2144712"/>
      </dsp:txXfrm>
    </dsp:sp>
    <dsp:sp modelId="{FD8EFCE9-2EFF-4A46-97BD-D68334D8D1A6}">
      <dsp:nvSpPr>
        <dsp:cNvPr id="0" name=""/>
        <dsp:cNvSpPr/>
      </dsp:nvSpPr>
      <dsp:spPr>
        <a:xfrm>
          <a:off x="1956764" y="2733014"/>
          <a:ext cx="3574520" cy="2144712"/>
        </a:xfrm>
        <a:prstGeom prst="rect">
          <a:avLst/>
        </a:prstGeom>
        <a:solidFill>
          <a:schemeClr val="accent2">
            <a:hueOff val="4832710"/>
            <a:satOff val="-13870"/>
            <a:lumOff val="-22207"/>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dirty="0"/>
            <a:t>Uses </a:t>
          </a:r>
          <a:r>
            <a:rPr lang="en-US" sz="2200" kern="1200" dirty="0" err="1"/>
            <a:t>mediapipe</a:t>
          </a:r>
          <a:r>
            <a:rPr lang="en-US" sz="2200" kern="1200" dirty="0"/>
            <a:t> (a head and eye tracker) using a neutral network on certain points on the face, like chin, eyes, nose and more to see where someone is looking</a:t>
          </a:r>
        </a:p>
      </dsp:txBody>
      <dsp:txXfrm>
        <a:off x="1956764" y="2733014"/>
        <a:ext cx="3574520" cy="2144712"/>
      </dsp:txXfrm>
    </dsp:sp>
    <dsp:sp modelId="{1AB37B74-DC70-4345-B1CA-0B9E4F4D0BB0}">
      <dsp:nvSpPr>
        <dsp:cNvPr id="0" name=""/>
        <dsp:cNvSpPr/>
      </dsp:nvSpPr>
      <dsp:spPr>
        <a:xfrm>
          <a:off x="5897959" y="2733014"/>
          <a:ext cx="3574520" cy="2144712"/>
        </a:xfrm>
        <a:prstGeom prst="rect">
          <a:avLst/>
        </a:prstGeom>
        <a:solidFill>
          <a:schemeClr val="accent2">
            <a:hueOff val="6443614"/>
            <a:satOff val="-18493"/>
            <a:lumOff val="-29609"/>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There are 3 states the system has, as described on the next slide.</a:t>
          </a:r>
        </a:p>
      </dsp:txBody>
      <dsp:txXfrm>
        <a:off x="5897959" y="2733014"/>
        <a:ext cx="3574520" cy="214471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35BEED7-3AF2-4E61-AB66-DA5676B09A5B}">
      <dsp:nvSpPr>
        <dsp:cNvPr id="0" name=""/>
        <dsp:cNvSpPr/>
      </dsp:nvSpPr>
      <dsp:spPr>
        <a:xfrm>
          <a:off x="3364992" y="0"/>
          <a:ext cx="3785616" cy="1402286"/>
        </a:xfrm>
        <a:prstGeom prst="roundRect">
          <a:avLst/>
        </a:prstGeom>
        <a:solidFill>
          <a:srgbClr val="00B05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40005" rIns="80010" bIns="40005" numCol="1" spcCol="1270" anchor="ctr" anchorCtr="0">
          <a:noAutofit/>
        </a:bodyPr>
        <a:lstStyle/>
        <a:p>
          <a:pPr marL="0" lvl="0" indent="0" algn="ctr" defTabSz="933450">
            <a:lnSpc>
              <a:spcPct val="90000"/>
            </a:lnSpc>
            <a:spcBef>
              <a:spcPct val="0"/>
            </a:spcBef>
            <a:spcAft>
              <a:spcPct val="35000"/>
            </a:spcAft>
            <a:buNone/>
            <a:defRPr cap="all"/>
          </a:pPr>
          <a:r>
            <a:rPr lang="en-GB" sz="2100" kern="1200" dirty="0">
              <a:solidFill>
                <a:schemeClr val="tx1"/>
              </a:solidFill>
            </a:rPr>
            <a:t>Locked-in </a:t>
          </a:r>
          <a:endParaRPr lang="en-US" sz="2100" kern="1200" dirty="0">
            <a:solidFill>
              <a:schemeClr val="tx1"/>
            </a:solidFill>
          </a:endParaRPr>
        </a:p>
      </dsp:txBody>
      <dsp:txXfrm>
        <a:off x="3433446" y="68454"/>
        <a:ext cx="3648708" cy="1265378"/>
      </dsp:txXfrm>
    </dsp:sp>
    <dsp:sp modelId="{C90B2C43-E0D4-40F8-924E-A75537EE8201}">
      <dsp:nvSpPr>
        <dsp:cNvPr id="0" name=""/>
        <dsp:cNvSpPr/>
      </dsp:nvSpPr>
      <dsp:spPr>
        <a:xfrm>
          <a:off x="3364992" y="1474525"/>
          <a:ext cx="3785616" cy="1402286"/>
        </a:xfrm>
        <a:prstGeom prst="roundRect">
          <a:avLst/>
        </a:prstGeom>
        <a:solidFill>
          <a:srgbClr val="FFFF0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40005" rIns="80010" bIns="40005" numCol="1" spcCol="1270" anchor="ctr" anchorCtr="0">
          <a:noAutofit/>
        </a:bodyPr>
        <a:lstStyle/>
        <a:p>
          <a:pPr marL="0" lvl="0" indent="0" algn="ctr" defTabSz="933450">
            <a:lnSpc>
              <a:spcPct val="90000"/>
            </a:lnSpc>
            <a:spcBef>
              <a:spcPct val="0"/>
            </a:spcBef>
            <a:spcAft>
              <a:spcPct val="35000"/>
            </a:spcAft>
            <a:buNone/>
            <a:defRPr cap="all"/>
          </a:pPr>
          <a:r>
            <a:rPr lang="en-GB" sz="2100" kern="1200" dirty="0">
              <a:solidFill>
                <a:schemeClr val="tx1"/>
              </a:solidFill>
            </a:rPr>
            <a:t>Distracted</a:t>
          </a:r>
          <a:r>
            <a:rPr lang="en-GB" sz="2100" kern="1200" dirty="0"/>
            <a:t> </a:t>
          </a:r>
          <a:endParaRPr lang="en-US" sz="2100" kern="1200" dirty="0"/>
        </a:p>
      </dsp:txBody>
      <dsp:txXfrm>
        <a:off x="3433446" y="1542979"/>
        <a:ext cx="3648708" cy="1265378"/>
      </dsp:txXfrm>
    </dsp:sp>
    <dsp:sp modelId="{E25260D8-B08F-4C03-9797-0BE27723D1D0}">
      <dsp:nvSpPr>
        <dsp:cNvPr id="0" name=""/>
        <dsp:cNvSpPr/>
      </dsp:nvSpPr>
      <dsp:spPr>
        <a:xfrm>
          <a:off x="3364992" y="2946926"/>
          <a:ext cx="3785616" cy="1402286"/>
        </a:xfrm>
        <a:prstGeom prst="roundRect">
          <a:avLst/>
        </a:prstGeom>
        <a:solidFill>
          <a:srgbClr val="FF000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40005" rIns="80010" bIns="40005" numCol="1" spcCol="1270" anchor="ctr" anchorCtr="0">
          <a:noAutofit/>
        </a:bodyPr>
        <a:lstStyle/>
        <a:p>
          <a:pPr marL="0" lvl="0" indent="0" algn="ctr" defTabSz="933450">
            <a:lnSpc>
              <a:spcPct val="90000"/>
            </a:lnSpc>
            <a:spcBef>
              <a:spcPct val="0"/>
            </a:spcBef>
            <a:spcAft>
              <a:spcPct val="35000"/>
            </a:spcAft>
            <a:buNone/>
            <a:defRPr cap="all"/>
          </a:pPr>
          <a:r>
            <a:rPr lang="en-GB" sz="2100" kern="1200" dirty="0">
              <a:solidFill>
                <a:schemeClr val="tx1"/>
              </a:solidFill>
            </a:rPr>
            <a:t>Distracted for more than a certain amount of time (5 mins for example)</a:t>
          </a:r>
          <a:endParaRPr lang="en-US" sz="2100" kern="1200" dirty="0">
            <a:solidFill>
              <a:schemeClr val="tx1"/>
            </a:solidFill>
          </a:endParaRPr>
        </a:p>
      </dsp:txBody>
      <dsp:txXfrm>
        <a:off x="3433446" y="3015380"/>
        <a:ext cx="3648708" cy="1265378"/>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4E7A2-4264-A05E-D69B-9D28054DE8A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F1D8E55F-AEA0-182E-2896-0A29F763824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6E98A7A9-5E1A-2CA4-14CB-5CA8E4539D81}"/>
              </a:ext>
            </a:extLst>
          </p:cNvPr>
          <p:cNvSpPr>
            <a:spLocks noGrp="1"/>
          </p:cNvSpPr>
          <p:nvPr>
            <p:ph type="dt" sz="half" idx="10"/>
          </p:nvPr>
        </p:nvSpPr>
        <p:spPr/>
        <p:txBody>
          <a:bodyPr/>
          <a:lstStyle/>
          <a:p>
            <a:fld id="{41B989D9-BBD3-49DA-9C78-357813BAE90B}" type="datetimeFigureOut">
              <a:rPr lang="en-GB" smtClean="0"/>
              <a:t>15/03/2026</a:t>
            </a:fld>
            <a:endParaRPr lang="en-GB"/>
          </a:p>
        </p:txBody>
      </p:sp>
      <p:sp>
        <p:nvSpPr>
          <p:cNvPr id="5" name="Footer Placeholder 4">
            <a:extLst>
              <a:ext uri="{FF2B5EF4-FFF2-40B4-BE49-F238E27FC236}">
                <a16:creationId xmlns:a16="http://schemas.microsoft.com/office/drawing/2014/main" id="{93C9C601-164B-B927-A26E-F6763CF1FE8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EBC172E-56A3-98F0-BD71-F7F75E8124F6}"/>
              </a:ext>
            </a:extLst>
          </p:cNvPr>
          <p:cNvSpPr>
            <a:spLocks noGrp="1"/>
          </p:cNvSpPr>
          <p:nvPr>
            <p:ph type="sldNum" sz="quarter" idx="12"/>
          </p:nvPr>
        </p:nvSpPr>
        <p:spPr/>
        <p:txBody>
          <a:bodyPr/>
          <a:lstStyle/>
          <a:p>
            <a:fld id="{E651EAB4-C273-450B-BFEF-FC26C42B743E}" type="slidenum">
              <a:rPr lang="en-GB" smtClean="0"/>
              <a:t>‹#›</a:t>
            </a:fld>
            <a:endParaRPr lang="en-GB"/>
          </a:p>
        </p:txBody>
      </p:sp>
    </p:spTree>
    <p:extLst>
      <p:ext uri="{BB962C8B-B14F-4D97-AF65-F5344CB8AC3E}">
        <p14:creationId xmlns:p14="http://schemas.microsoft.com/office/powerpoint/2010/main" val="25541933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CA7E6E-5177-72E9-ADAE-719A97B9F7DE}"/>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3FC0AFCD-DDE8-3A10-EE7E-0C7A4C314D0D}"/>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72BD67D6-6E2D-0CFC-5A96-BBD401E45DFA}"/>
              </a:ext>
            </a:extLst>
          </p:cNvPr>
          <p:cNvSpPr>
            <a:spLocks noGrp="1"/>
          </p:cNvSpPr>
          <p:nvPr>
            <p:ph type="dt" sz="half" idx="10"/>
          </p:nvPr>
        </p:nvSpPr>
        <p:spPr/>
        <p:txBody>
          <a:bodyPr/>
          <a:lstStyle/>
          <a:p>
            <a:fld id="{41B989D9-BBD3-49DA-9C78-357813BAE90B}" type="datetimeFigureOut">
              <a:rPr lang="en-GB" smtClean="0"/>
              <a:t>15/03/2026</a:t>
            </a:fld>
            <a:endParaRPr lang="en-GB"/>
          </a:p>
        </p:txBody>
      </p:sp>
      <p:sp>
        <p:nvSpPr>
          <p:cNvPr id="5" name="Footer Placeholder 4">
            <a:extLst>
              <a:ext uri="{FF2B5EF4-FFF2-40B4-BE49-F238E27FC236}">
                <a16:creationId xmlns:a16="http://schemas.microsoft.com/office/drawing/2014/main" id="{AC652380-113D-1A48-370D-C3435A59209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4D89901-1A58-3E07-53AF-3C58AB41D460}"/>
              </a:ext>
            </a:extLst>
          </p:cNvPr>
          <p:cNvSpPr>
            <a:spLocks noGrp="1"/>
          </p:cNvSpPr>
          <p:nvPr>
            <p:ph type="sldNum" sz="quarter" idx="12"/>
          </p:nvPr>
        </p:nvSpPr>
        <p:spPr/>
        <p:txBody>
          <a:bodyPr/>
          <a:lstStyle/>
          <a:p>
            <a:fld id="{E651EAB4-C273-450B-BFEF-FC26C42B743E}" type="slidenum">
              <a:rPr lang="en-GB" smtClean="0"/>
              <a:t>‹#›</a:t>
            </a:fld>
            <a:endParaRPr lang="en-GB"/>
          </a:p>
        </p:txBody>
      </p:sp>
    </p:spTree>
    <p:extLst>
      <p:ext uri="{BB962C8B-B14F-4D97-AF65-F5344CB8AC3E}">
        <p14:creationId xmlns:p14="http://schemas.microsoft.com/office/powerpoint/2010/main" val="25022971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561F6-9998-0CC1-9E6A-C0FB00C6A883}"/>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6561770D-6D4C-BFE9-948C-459E45655C9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6EF03A1-564B-B9B2-131A-CF55A1E02C80}"/>
              </a:ext>
            </a:extLst>
          </p:cNvPr>
          <p:cNvSpPr>
            <a:spLocks noGrp="1"/>
          </p:cNvSpPr>
          <p:nvPr>
            <p:ph type="dt" sz="half" idx="10"/>
          </p:nvPr>
        </p:nvSpPr>
        <p:spPr/>
        <p:txBody>
          <a:bodyPr/>
          <a:lstStyle/>
          <a:p>
            <a:fld id="{41B989D9-BBD3-49DA-9C78-357813BAE90B}" type="datetimeFigureOut">
              <a:rPr lang="en-GB" smtClean="0"/>
              <a:t>15/03/2026</a:t>
            </a:fld>
            <a:endParaRPr lang="en-GB"/>
          </a:p>
        </p:txBody>
      </p:sp>
      <p:sp>
        <p:nvSpPr>
          <p:cNvPr id="5" name="Footer Placeholder 4">
            <a:extLst>
              <a:ext uri="{FF2B5EF4-FFF2-40B4-BE49-F238E27FC236}">
                <a16:creationId xmlns:a16="http://schemas.microsoft.com/office/drawing/2014/main" id="{4C6FDE98-68AE-CB8A-7EC3-A372C2743E2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09930CE-4A93-73E0-3CAB-6D2BAF818AC3}"/>
              </a:ext>
            </a:extLst>
          </p:cNvPr>
          <p:cNvSpPr>
            <a:spLocks noGrp="1"/>
          </p:cNvSpPr>
          <p:nvPr>
            <p:ph type="sldNum" sz="quarter" idx="12"/>
          </p:nvPr>
        </p:nvSpPr>
        <p:spPr/>
        <p:txBody>
          <a:bodyPr/>
          <a:lstStyle/>
          <a:p>
            <a:fld id="{E651EAB4-C273-450B-BFEF-FC26C42B743E}" type="slidenum">
              <a:rPr lang="en-GB" smtClean="0"/>
              <a:t>‹#›</a:t>
            </a:fld>
            <a:endParaRPr lang="en-GB"/>
          </a:p>
        </p:txBody>
      </p:sp>
    </p:spTree>
    <p:extLst>
      <p:ext uri="{BB962C8B-B14F-4D97-AF65-F5344CB8AC3E}">
        <p14:creationId xmlns:p14="http://schemas.microsoft.com/office/powerpoint/2010/main" val="4840835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56C98-F45F-4104-697B-C765A68739C5}"/>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30FD0BA3-8E79-7458-7313-2E5AAB229AA3}"/>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F24D2081-A9D6-94D3-DCE2-BDB60120390B}"/>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5612C072-93EA-8227-732B-44660EED8983}"/>
              </a:ext>
            </a:extLst>
          </p:cNvPr>
          <p:cNvSpPr>
            <a:spLocks noGrp="1"/>
          </p:cNvSpPr>
          <p:nvPr>
            <p:ph type="dt" sz="half" idx="10"/>
          </p:nvPr>
        </p:nvSpPr>
        <p:spPr/>
        <p:txBody>
          <a:bodyPr/>
          <a:lstStyle/>
          <a:p>
            <a:fld id="{41B989D9-BBD3-49DA-9C78-357813BAE90B}" type="datetimeFigureOut">
              <a:rPr lang="en-GB" smtClean="0"/>
              <a:t>15/03/2026</a:t>
            </a:fld>
            <a:endParaRPr lang="en-GB"/>
          </a:p>
        </p:txBody>
      </p:sp>
      <p:sp>
        <p:nvSpPr>
          <p:cNvPr id="6" name="Footer Placeholder 5">
            <a:extLst>
              <a:ext uri="{FF2B5EF4-FFF2-40B4-BE49-F238E27FC236}">
                <a16:creationId xmlns:a16="http://schemas.microsoft.com/office/drawing/2014/main" id="{95B83819-3321-A075-4B5A-691D5497AD3A}"/>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F6DB59E5-FC2C-BA4C-2919-C360F1003549}"/>
              </a:ext>
            </a:extLst>
          </p:cNvPr>
          <p:cNvSpPr>
            <a:spLocks noGrp="1"/>
          </p:cNvSpPr>
          <p:nvPr>
            <p:ph type="sldNum" sz="quarter" idx="12"/>
          </p:nvPr>
        </p:nvSpPr>
        <p:spPr/>
        <p:txBody>
          <a:bodyPr/>
          <a:lstStyle/>
          <a:p>
            <a:fld id="{E651EAB4-C273-450B-BFEF-FC26C42B743E}" type="slidenum">
              <a:rPr lang="en-GB" smtClean="0"/>
              <a:t>‹#›</a:t>
            </a:fld>
            <a:endParaRPr lang="en-GB"/>
          </a:p>
        </p:txBody>
      </p:sp>
    </p:spTree>
    <p:extLst>
      <p:ext uri="{BB962C8B-B14F-4D97-AF65-F5344CB8AC3E}">
        <p14:creationId xmlns:p14="http://schemas.microsoft.com/office/powerpoint/2010/main" val="10130113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BE8D3-D327-9031-CBC6-C4456C37340E}"/>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946ECBC7-9AA6-5E64-5D9A-3122339D6FC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D1E17F00-18BE-32A2-E7AF-3021D33074F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7CC14717-AF52-6C11-DF43-1DD12E249B4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C551240-0A94-06FF-FCBD-5305C2D0CE32}"/>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C8C0F604-DD2B-B0F3-7A33-3F7DC947294A}"/>
              </a:ext>
            </a:extLst>
          </p:cNvPr>
          <p:cNvSpPr>
            <a:spLocks noGrp="1"/>
          </p:cNvSpPr>
          <p:nvPr>
            <p:ph type="dt" sz="half" idx="10"/>
          </p:nvPr>
        </p:nvSpPr>
        <p:spPr/>
        <p:txBody>
          <a:bodyPr/>
          <a:lstStyle/>
          <a:p>
            <a:fld id="{41B989D9-BBD3-49DA-9C78-357813BAE90B}" type="datetimeFigureOut">
              <a:rPr lang="en-GB" smtClean="0"/>
              <a:t>15/03/2026</a:t>
            </a:fld>
            <a:endParaRPr lang="en-GB"/>
          </a:p>
        </p:txBody>
      </p:sp>
      <p:sp>
        <p:nvSpPr>
          <p:cNvPr id="8" name="Footer Placeholder 7">
            <a:extLst>
              <a:ext uri="{FF2B5EF4-FFF2-40B4-BE49-F238E27FC236}">
                <a16:creationId xmlns:a16="http://schemas.microsoft.com/office/drawing/2014/main" id="{2819F6D3-68C4-5D48-E401-7CB17F5E601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28002D3B-5A01-CCFF-2AD4-4C4469C21F3F}"/>
              </a:ext>
            </a:extLst>
          </p:cNvPr>
          <p:cNvSpPr>
            <a:spLocks noGrp="1"/>
          </p:cNvSpPr>
          <p:nvPr>
            <p:ph type="sldNum" sz="quarter" idx="12"/>
          </p:nvPr>
        </p:nvSpPr>
        <p:spPr/>
        <p:txBody>
          <a:bodyPr/>
          <a:lstStyle/>
          <a:p>
            <a:fld id="{E651EAB4-C273-450B-BFEF-FC26C42B743E}" type="slidenum">
              <a:rPr lang="en-GB" smtClean="0"/>
              <a:t>‹#›</a:t>
            </a:fld>
            <a:endParaRPr lang="en-GB"/>
          </a:p>
        </p:txBody>
      </p:sp>
    </p:spTree>
    <p:extLst>
      <p:ext uri="{BB962C8B-B14F-4D97-AF65-F5344CB8AC3E}">
        <p14:creationId xmlns:p14="http://schemas.microsoft.com/office/powerpoint/2010/main" val="3955984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B734DF-8B45-C442-3109-F396C5C54DBF}"/>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E2655794-B5CF-04EE-37FF-5C119F065B28}"/>
              </a:ext>
            </a:extLst>
          </p:cNvPr>
          <p:cNvSpPr>
            <a:spLocks noGrp="1"/>
          </p:cNvSpPr>
          <p:nvPr>
            <p:ph type="dt" sz="half" idx="10"/>
          </p:nvPr>
        </p:nvSpPr>
        <p:spPr/>
        <p:txBody>
          <a:bodyPr/>
          <a:lstStyle/>
          <a:p>
            <a:fld id="{41B989D9-BBD3-49DA-9C78-357813BAE90B}" type="datetimeFigureOut">
              <a:rPr lang="en-GB" smtClean="0"/>
              <a:t>15/03/2026</a:t>
            </a:fld>
            <a:endParaRPr lang="en-GB"/>
          </a:p>
        </p:txBody>
      </p:sp>
      <p:sp>
        <p:nvSpPr>
          <p:cNvPr id="4" name="Footer Placeholder 3">
            <a:extLst>
              <a:ext uri="{FF2B5EF4-FFF2-40B4-BE49-F238E27FC236}">
                <a16:creationId xmlns:a16="http://schemas.microsoft.com/office/drawing/2014/main" id="{B28679D3-DC34-C387-65B7-080CED0E68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86C556D6-7B0B-C1F2-D5B9-87FB278C36E1}"/>
              </a:ext>
            </a:extLst>
          </p:cNvPr>
          <p:cNvSpPr>
            <a:spLocks noGrp="1"/>
          </p:cNvSpPr>
          <p:nvPr>
            <p:ph type="sldNum" sz="quarter" idx="12"/>
          </p:nvPr>
        </p:nvSpPr>
        <p:spPr/>
        <p:txBody>
          <a:bodyPr/>
          <a:lstStyle/>
          <a:p>
            <a:fld id="{E651EAB4-C273-450B-BFEF-FC26C42B743E}" type="slidenum">
              <a:rPr lang="en-GB" smtClean="0"/>
              <a:t>‹#›</a:t>
            </a:fld>
            <a:endParaRPr lang="en-GB"/>
          </a:p>
        </p:txBody>
      </p:sp>
    </p:spTree>
    <p:extLst>
      <p:ext uri="{BB962C8B-B14F-4D97-AF65-F5344CB8AC3E}">
        <p14:creationId xmlns:p14="http://schemas.microsoft.com/office/powerpoint/2010/main" val="28610627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23254CA-CC6C-B0B6-F345-F2C8C54AAE06}"/>
              </a:ext>
            </a:extLst>
          </p:cNvPr>
          <p:cNvSpPr>
            <a:spLocks noGrp="1"/>
          </p:cNvSpPr>
          <p:nvPr>
            <p:ph type="dt" sz="half" idx="10"/>
          </p:nvPr>
        </p:nvSpPr>
        <p:spPr/>
        <p:txBody>
          <a:bodyPr/>
          <a:lstStyle/>
          <a:p>
            <a:fld id="{41B989D9-BBD3-49DA-9C78-357813BAE90B}" type="datetimeFigureOut">
              <a:rPr lang="en-GB" smtClean="0"/>
              <a:t>15/03/2026</a:t>
            </a:fld>
            <a:endParaRPr lang="en-GB"/>
          </a:p>
        </p:txBody>
      </p:sp>
      <p:sp>
        <p:nvSpPr>
          <p:cNvPr id="3" name="Footer Placeholder 2">
            <a:extLst>
              <a:ext uri="{FF2B5EF4-FFF2-40B4-BE49-F238E27FC236}">
                <a16:creationId xmlns:a16="http://schemas.microsoft.com/office/drawing/2014/main" id="{72285FF1-7C82-3A88-8A81-90751576A98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3CC500F-8640-AC2F-7CA9-877AA0E30BE3}"/>
              </a:ext>
            </a:extLst>
          </p:cNvPr>
          <p:cNvSpPr>
            <a:spLocks noGrp="1"/>
          </p:cNvSpPr>
          <p:nvPr>
            <p:ph type="sldNum" sz="quarter" idx="12"/>
          </p:nvPr>
        </p:nvSpPr>
        <p:spPr/>
        <p:txBody>
          <a:bodyPr/>
          <a:lstStyle/>
          <a:p>
            <a:fld id="{E651EAB4-C273-450B-BFEF-FC26C42B743E}" type="slidenum">
              <a:rPr lang="en-GB" smtClean="0"/>
              <a:t>‹#›</a:t>
            </a:fld>
            <a:endParaRPr lang="en-GB"/>
          </a:p>
        </p:txBody>
      </p:sp>
    </p:spTree>
    <p:extLst>
      <p:ext uri="{BB962C8B-B14F-4D97-AF65-F5344CB8AC3E}">
        <p14:creationId xmlns:p14="http://schemas.microsoft.com/office/powerpoint/2010/main" val="29266323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CBF874-D9A3-CE3F-D5D9-F29C1095B10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A84509A4-9A55-CF4D-2FAB-000A380B384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FD3D3C68-7D3A-2E21-F1A4-749ED92D105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B378F17-4509-01AC-34F8-682A8C6DE910}"/>
              </a:ext>
            </a:extLst>
          </p:cNvPr>
          <p:cNvSpPr>
            <a:spLocks noGrp="1"/>
          </p:cNvSpPr>
          <p:nvPr>
            <p:ph type="dt" sz="half" idx="10"/>
          </p:nvPr>
        </p:nvSpPr>
        <p:spPr/>
        <p:txBody>
          <a:bodyPr/>
          <a:lstStyle/>
          <a:p>
            <a:fld id="{41B989D9-BBD3-49DA-9C78-357813BAE90B}" type="datetimeFigureOut">
              <a:rPr lang="en-GB" smtClean="0"/>
              <a:t>15/03/2026</a:t>
            </a:fld>
            <a:endParaRPr lang="en-GB"/>
          </a:p>
        </p:txBody>
      </p:sp>
      <p:sp>
        <p:nvSpPr>
          <p:cNvPr id="6" name="Footer Placeholder 5">
            <a:extLst>
              <a:ext uri="{FF2B5EF4-FFF2-40B4-BE49-F238E27FC236}">
                <a16:creationId xmlns:a16="http://schemas.microsoft.com/office/drawing/2014/main" id="{CAE7F23D-C852-31C7-117E-E3F4B36ECE3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BB90FB3-7545-4BDD-123A-75364BB43FBC}"/>
              </a:ext>
            </a:extLst>
          </p:cNvPr>
          <p:cNvSpPr>
            <a:spLocks noGrp="1"/>
          </p:cNvSpPr>
          <p:nvPr>
            <p:ph type="sldNum" sz="quarter" idx="12"/>
          </p:nvPr>
        </p:nvSpPr>
        <p:spPr/>
        <p:txBody>
          <a:bodyPr/>
          <a:lstStyle/>
          <a:p>
            <a:fld id="{E651EAB4-C273-450B-BFEF-FC26C42B743E}" type="slidenum">
              <a:rPr lang="en-GB" smtClean="0"/>
              <a:t>‹#›</a:t>
            </a:fld>
            <a:endParaRPr lang="en-GB"/>
          </a:p>
        </p:txBody>
      </p:sp>
    </p:spTree>
    <p:extLst>
      <p:ext uri="{BB962C8B-B14F-4D97-AF65-F5344CB8AC3E}">
        <p14:creationId xmlns:p14="http://schemas.microsoft.com/office/powerpoint/2010/main" val="33590189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BE62C1-D0D3-EF19-EE2F-4577B25AF2C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A4C3CC19-DE0D-0D04-A00F-8BC9893828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BB748607-96EE-69C2-25DA-8F3D751FBE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C50406E-2B9F-17FE-83D4-ED908F06F9CF}"/>
              </a:ext>
            </a:extLst>
          </p:cNvPr>
          <p:cNvSpPr>
            <a:spLocks noGrp="1"/>
          </p:cNvSpPr>
          <p:nvPr>
            <p:ph type="dt" sz="half" idx="10"/>
          </p:nvPr>
        </p:nvSpPr>
        <p:spPr/>
        <p:txBody>
          <a:bodyPr/>
          <a:lstStyle/>
          <a:p>
            <a:fld id="{41B989D9-BBD3-49DA-9C78-357813BAE90B}" type="datetimeFigureOut">
              <a:rPr lang="en-GB" smtClean="0"/>
              <a:t>15/03/2026</a:t>
            </a:fld>
            <a:endParaRPr lang="en-GB"/>
          </a:p>
        </p:txBody>
      </p:sp>
      <p:sp>
        <p:nvSpPr>
          <p:cNvPr id="6" name="Footer Placeholder 5">
            <a:extLst>
              <a:ext uri="{FF2B5EF4-FFF2-40B4-BE49-F238E27FC236}">
                <a16:creationId xmlns:a16="http://schemas.microsoft.com/office/drawing/2014/main" id="{F9CF20D5-2F86-AC14-663B-817D3A4C917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30F95260-C254-7315-14A5-97F653606D2B}"/>
              </a:ext>
            </a:extLst>
          </p:cNvPr>
          <p:cNvSpPr>
            <a:spLocks noGrp="1"/>
          </p:cNvSpPr>
          <p:nvPr>
            <p:ph type="sldNum" sz="quarter" idx="12"/>
          </p:nvPr>
        </p:nvSpPr>
        <p:spPr/>
        <p:txBody>
          <a:bodyPr/>
          <a:lstStyle/>
          <a:p>
            <a:fld id="{E651EAB4-C273-450B-BFEF-FC26C42B743E}" type="slidenum">
              <a:rPr lang="en-GB" smtClean="0"/>
              <a:t>‹#›</a:t>
            </a:fld>
            <a:endParaRPr lang="en-GB"/>
          </a:p>
        </p:txBody>
      </p:sp>
    </p:spTree>
    <p:extLst>
      <p:ext uri="{BB962C8B-B14F-4D97-AF65-F5344CB8AC3E}">
        <p14:creationId xmlns:p14="http://schemas.microsoft.com/office/powerpoint/2010/main" val="21660344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C3632-76FE-0A8B-4CDE-D23EB9272635}"/>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C5D9B3D8-8254-1C55-5E25-AB2320EB4957}"/>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4E6EA3A6-CC52-3D53-BBB1-C96A3205A2B1}"/>
              </a:ext>
            </a:extLst>
          </p:cNvPr>
          <p:cNvSpPr>
            <a:spLocks noGrp="1"/>
          </p:cNvSpPr>
          <p:nvPr>
            <p:ph type="dt" sz="half" idx="10"/>
          </p:nvPr>
        </p:nvSpPr>
        <p:spPr/>
        <p:txBody>
          <a:bodyPr/>
          <a:lstStyle/>
          <a:p>
            <a:fld id="{41B989D9-BBD3-49DA-9C78-357813BAE90B}" type="datetimeFigureOut">
              <a:rPr lang="en-GB" smtClean="0"/>
              <a:t>15/03/2026</a:t>
            </a:fld>
            <a:endParaRPr lang="en-GB"/>
          </a:p>
        </p:txBody>
      </p:sp>
      <p:sp>
        <p:nvSpPr>
          <p:cNvPr id="5" name="Footer Placeholder 4">
            <a:extLst>
              <a:ext uri="{FF2B5EF4-FFF2-40B4-BE49-F238E27FC236}">
                <a16:creationId xmlns:a16="http://schemas.microsoft.com/office/drawing/2014/main" id="{41BCC33B-491C-8BC9-7DBA-679A0E03FE2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C3F635C-99F0-D60C-B06E-214C22899FA7}"/>
              </a:ext>
            </a:extLst>
          </p:cNvPr>
          <p:cNvSpPr>
            <a:spLocks noGrp="1"/>
          </p:cNvSpPr>
          <p:nvPr>
            <p:ph type="sldNum" sz="quarter" idx="12"/>
          </p:nvPr>
        </p:nvSpPr>
        <p:spPr/>
        <p:txBody>
          <a:bodyPr/>
          <a:lstStyle/>
          <a:p>
            <a:fld id="{E651EAB4-C273-450B-BFEF-FC26C42B743E}" type="slidenum">
              <a:rPr lang="en-GB" smtClean="0"/>
              <a:t>‹#›</a:t>
            </a:fld>
            <a:endParaRPr lang="en-GB"/>
          </a:p>
        </p:txBody>
      </p:sp>
    </p:spTree>
    <p:extLst>
      <p:ext uri="{BB962C8B-B14F-4D97-AF65-F5344CB8AC3E}">
        <p14:creationId xmlns:p14="http://schemas.microsoft.com/office/powerpoint/2010/main" val="3266970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B6CD143-59C9-2FE4-5E3A-797CE75398C2}"/>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59E0A90E-E281-A353-724D-395C5BBF0BFD}"/>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8744F525-1792-0BD5-0BEE-AEA056F9A02A}"/>
              </a:ext>
            </a:extLst>
          </p:cNvPr>
          <p:cNvSpPr>
            <a:spLocks noGrp="1"/>
          </p:cNvSpPr>
          <p:nvPr>
            <p:ph type="dt" sz="half" idx="10"/>
          </p:nvPr>
        </p:nvSpPr>
        <p:spPr/>
        <p:txBody>
          <a:bodyPr/>
          <a:lstStyle/>
          <a:p>
            <a:fld id="{41B989D9-BBD3-49DA-9C78-357813BAE90B}" type="datetimeFigureOut">
              <a:rPr lang="en-GB" smtClean="0"/>
              <a:t>15/03/2026</a:t>
            </a:fld>
            <a:endParaRPr lang="en-GB"/>
          </a:p>
        </p:txBody>
      </p:sp>
      <p:sp>
        <p:nvSpPr>
          <p:cNvPr id="5" name="Footer Placeholder 4">
            <a:extLst>
              <a:ext uri="{FF2B5EF4-FFF2-40B4-BE49-F238E27FC236}">
                <a16:creationId xmlns:a16="http://schemas.microsoft.com/office/drawing/2014/main" id="{341EBB80-AC1C-BDBF-11C0-812E2FD0455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271E6A7-9FCE-97A5-ED1B-C6B173753A70}"/>
              </a:ext>
            </a:extLst>
          </p:cNvPr>
          <p:cNvSpPr>
            <a:spLocks noGrp="1"/>
          </p:cNvSpPr>
          <p:nvPr>
            <p:ph type="sldNum" sz="quarter" idx="12"/>
          </p:nvPr>
        </p:nvSpPr>
        <p:spPr/>
        <p:txBody>
          <a:bodyPr/>
          <a:lstStyle/>
          <a:p>
            <a:fld id="{E651EAB4-C273-450B-BFEF-FC26C42B743E}" type="slidenum">
              <a:rPr lang="en-GB" smtClean="0"/>
              <a:t>‹#›</a:t>
            </a:fld>
            <a:endParaRPr lang="en-GB"/>
          </a:p>
        </p:txBody>
      </p:sp>
    </p:spTree>
    <p:extLst>
      <p:ext uri="{BB962C8B-B14F-4D97-AF65-F5344CB8AC3E}">
        <p14:creationId xmlns:p14="http://schemas.microsoft.com/office/powerpoint/2010/main" val="35589396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EFAC6D2-9B94-CCA6-36CA-9E80D97D36E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BC3A5B63-939B-F946-BFD2-1711FF68F9E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906F23E0-69FB-395C-76B3-5EF38F333D9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1B989D9-BBD3-49DA-9C78-357813BAE90B}" type="datetimeFigureOut">
              <a:rPr lang="en-GB" smtClean="0"/>
              <a:t>15/03/2026</a:t>
            </a:fld>
            <a:endParaRPr lang="en-GB"/>
          </a:p>
        </p:txBody>
      </p:sp>
      <p:sp>
        <p:nvSpPr>
          <p:cNvPr id="5" name="Footer Placeholder 4">
            <a:extLst>
              <a:ext uri="{FF2B5EF4-FFF2-40B4-BE49-F238E27FC236}">
                <a16:creationId xmlns:a16="http://schemas.microsoft.com/office/drawing/2014/main" id="{E4466618-AFC6-F1AB-DE28-C2D8F47E6E1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A648D477-5604-1192-822A-F93CF59214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651EAB4-C273-450B-BFEF-FC26C42B743E}" type="slidenum">
              <a:rPr lang="en-GB" smtClean="0"/>
              <a:t>‹#›</a:t>
            </a:fld>
            <a:endParaRPr lang="en-GB"/>
          </a:p>
        </p:txBody>
      </p:sp>
    </p:spTree>
    <p:extLst>
      <p:ext uri="{BB962C8B-B14F-4D97-AF65-F5344CB8AC3E}">
        <p14:creationId xmlns:p14="http://schemas.microsoft.com/office/powerpoint/2010/main" val="6211175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10.jpeg"/><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11.jpeg"/><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3000" r="-3000"/>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F7DCD-259F-3C62-64C2-22FD4ADE40D7}"/>
              </a:ext>
            </a:extLst>
          </p:cNvPr>
          <p:cNvSpPr>
            <a:spLocks noGrp="1"/>
          </p:cNvSpPr>
          <p:nvPr>
            <p:ph type="ctrTitle"/>
          </p:nvPr>
        </p:nvSpPr>
        <p:spPr>
          <a:xfrm>
            <a:off x="6304156" y="3820957"/>
            <a:ext cx="5579328" cy="1732350"/>
          </a:xfrm>
        </p:spPr>
        <p:txBody>
          <a:bodyPr>
            <a:normAutofit/>
          </a:bodyPr>
          <a:lstStyle/>
          <a:p>
            <a:r>
              <a:rPr lang="en-GB" sz="9600" dirty="0">
                <a:latin typeface="Aptos Slab ExtraBold" panose="020B0004020202020204" pitchFamily="34" charset="0"/>
              </a:rPr>
              <a:t>Locked</a:t>
            </a:r>
          </a:p>
        </p:txBody>
      </p:sp>
      <p:sp>
        <p:nvSpPr>
          <p:cNvPr id="3" name="Subtitle 2">
            <a:extLst>
              <a:ext uri="{FF2B5EF4-FFF2-40B4-BE49-F238E27FC236}">
                <a16:creationId xmlns:a16="http://schemas.microsoft.com/office/drawing/2014/main" id="{72CBC252-F772-F31A-4A16-B2D7176994AE}"/>
              </a:ext>
            </a:extLst>
          </p:cNvPr>
          <p:cNvSpPr>
            <a:spLocks noGrp="1"/>
          </p:cNvSpPr>
          <p:nvPr>
            <p:ph type="subTitle" idx="1"/>
          </p:nvPr>
        </p:nvSpPr>
        <p:spPr>
          <a:xfrm>
            <a:off x="6304157" y="5397384"/>
            <a:ext cx="5579327" cy="813845"/>
          </a:xfrm>
        </p:spPr>
        <p:txBody>
          <a:bodyPr/>
          <a:lstStyle/>
          <a:p>
            <a:r>
              <a:rPr lang="en-GB" dirty="0">
                <a:latin typeface="Aptos Slab ExtraBold" panose="020F0502020204030204" pitchFamily="34" charset="0"/>
              </a:rPr>
              <a:t>By The </a:t>
            </a:r>
            <a:r>
              <a:rPr lang="en-GB" dirty="0" err="1">
                <a:latin typeface="Aptos Slab ExtraBold" panose="020F0502020204030204" pitchFamily="34" charset="0"/>
              </a:rPr>
              <a:t>Doomscrollers</a:t>
            </a:r>
            <a:endParaRPr lang="en-GB" dirty="0">
              <a:latin typeface="Aptos Slab ExtraBold" panose="020F0502020204030204" pitchFamily="34" charset="0"/>
            </a:endParaRPr>
          </a:p>
        </p:txBody>
      </p:sp>
    </p:spTree>
    <p:extLst>
      <p:ext uri="{BB962C8B-B14F-4D97-AF65-F5344CB8AC3E}">
        <p14:creationId xmlns:p14="http://schemas.microsoft.com/office/powerpoint/2010/main" val="2076177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DDBB197-D710-4A4F-A9CA-FD2177498B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75D1CFA-2CDB-4B64-BD9F-85744E8DA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BE9EC5B-CA7F-3E1E-FF8E-3D21AF280B48}"/>
              </a:ext>
            </a:extLst>
          </p:cNvPr>
          <p:cNvSpPr>
            <a:spLocks noGrp="1"/>
          </p:cNvSpPr>
          <p:nvPr>
            <p:ph type="title"/>
          </p:nvPr>
        </p:nvSpPr>
        <p:spPr>
          <a:xfrm>
            <a:off x="804672" y="802955"/>
            <a:ext cx="4977976" cy="1454051"/>
          </a:xfrm>
        </p:spPr>
        <p:txBody>
          <a:bodyPr>
            <a:normAutofit/>
          </a:bodyPr>
          <a:lstStyle/>
          <a:p>
            <a:r>
              <a:rPr lang="en-GB" sz="3600">
                <a:solidFill>
                  <a:schemeClr val="tx2"/>
                </a:solidFill>
              </a:rPr>
              <a:t>Problem</a:t>
            </a:r>
          </a:p>
        </p:txBody>
      </p:sp>
      <p:sp>
        <p:nvSpPr>
          <p:cNvPr id="3" name="Content Placeholder 2">
            <a:extLst>
              <a:ext uri="{FF2B5EF4-FFF2-40B4-BE49-F238E27FC236}">
                <a16:creationId xmlns:a16="http://schemas.microsoft.com/office/drawing/2014/main" id="{8305DA83-033D-8110-BB1E-8540625125A7}"/>
              </a:ext>
            </a:extLst>
          </p:cNvPr>
          <p:cNvSpPr>
            <a:spLocks noGrp="1"/>
          </p:cNvSpPr>
          <p:nvPr>
            <p:ph idx="1"/>
          </p:nvPr>
        </p:nvSpPr>
        <p:spPr>
          <a:xfrm>
            <a:off x="804672" y="2421682"/>
            <a:ext cx="4977578" cy="3639289"/>
          </a:xfrm>
        </p:spPr>
        <p:txBody>
          <a:bodyPr anchor="ctr">
            <a:normAutofit/>
          </a:bodyPr>
          <a:lstStyle/>
          <a:p>
            <a:r>
              <a:rPr lang="en-GB" sz="1800" dirty="0">
                <a:solidFill>
                  <a:schemeClr val="tx2"/>
                </a:solidFill>
              </a:rPr>
              <a:t>Students often struggle with concentration and focus, as there are distractions, like phones</a:t>
            </a:r>
          </a:p>
          <a:p>
            <a:r>
              <a:rPr lang="en-GB" sz="1800" dirty="0">
                <a:solidFill>
                  <a:schemeClr val="tx2"/>
                </a:solidFill>
              </a:rPr>
              <a:t>Poor focus can increase stress and mental wellbeing, as a student might have a deadline or their work may force them to work at very late hours.</a:t>
            </a:r>
          </a:p>
          <a:p>
            <a:r>
              <a:rPr lang="en-GB" sz="1800" dirty="0">
                <a:solidFill>
                  <a:schemeClr val="tx2"/>
                </a:solidFill>
              </a:rPr>
              <a:t>Students can also suffer from burnout, which causes mental fatigue</a:t>
            </a:r>
          </a:p>
          <a:p>
            <a:endParaRPr lang="en-GB" sz="1800" dirty="0">
              <a:solidFill>
                <a:schemeClr val="tx2"/>
              </a:solidFill>
            </a:endParaRPr>
          </a:p>
        </p:txBody>
      </p:sp>
      <p:grpSp>
        <p:nvGrpSpPr>
          <p:cNvPr id="14" name="Group 13">
            <a:extLst>
              <a:ext uri="{FF2B5EF4-FFF2-40B4-BE49-F238E27FC236}">
                <a16:creationId xmlns:a16="http://schemas.microsoft.com/office/drawing/2014/main" id="{25EE5136-01F1-466C-962D-BA9B4C6757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369897" y="0"/>
            <a:ext cx="5822103" cy="6685267"/>
            <a:chOff x="6357228" y="0"/>
            <a:chExt cx="5822103" cy="6685267"/>
          </a:xfrm>
        </p:grpSpPr>
        <p:sp>
          <p:nvSpPr>
            <p:cNvPr id="15" name="Freeform: Shape 14">
              <a:extLst>
                <a:ext uri="{FF2B5EF4-FFF2-40B4-BE49-F238E27FC236}">
                  <a16:creationId xmlns:a16="http://schemas.microsoft.com/office/drawing/2014/main" id="{E11D3AD4-AF9B-4EB5-8C7B-C45D173B4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57228" y="0"/>
              <a:ext cx="5822102" cy="6685267"/>
            </a:xfrm>
            <a:custGeom>
              <a:avLst/>
              <a:gdLst>
                <a:gd name="connsiteX0" fmla="*/ 2605444 w 5822102"/>
                <a:gd name="connsiteY0" fmla="*/ 0 h 6685267"/>
                <a:gd name="connsiteX1" fmla="*/ 4757391 w 5822102"/>
                <a:gd name="connsiteY1" fmla="*/ 0 h 6685267"/>
                <a:gd name="connsiteX2" fmla="*/ 4913680 w 5822102"/>
                <a:gd name="connsiteY2" fmla="*/ 56274 h 6685267"/>
                <a:gd name="connsiteX3" fmla="*/ 5376238 w 5822102"/>
                <a:gd name="connsiteY3" fmla="*/ 282027 h 6685267"/>
                <a:gd name="connsiteX4" fmla="*/ 5658024 w 5822102"/>
                <a:gd name="connsiteY4" fmla="*/ 471014 h 6685267"/>
                <a:gd name="connsiteX5" fmla="*/ 5822102 w 5822102"/>
                <a:gd name="connsiteY5" fmla="*/ 609109 h 6685267"/>
                <a:gd name="connsiteX6" fmla="*/ 5822102 w 5822102"/>
                <a:gd name="connsiteY6" fmla="*/ 760697 h 6685267"/>
                <a:gd name="connsiteX7" fmla="*/ 5707785 w 5822102"/>
                <a:gd name="connsiteY7" fmla="*/ 666601 h 6685267"/>
                <a:gd name="connsiteX8" fmla="*/ 5577306 w 5822102"/>
                <a:gd name="connsiteY8" fmla="*/ 571666 h 6685267"/>
                <a:gd name="connsiteX9" fmla="*/ 5298630 w 5822102"/>
                <a:gd name="connsiteY9" fmla="*/ 407449 h 6685267"/>
                <a:gd name="connsiteX10" fmla="*/ 4690768 w 5822102"/>
                <a:gd name="connsiteY10" fmla="*/ 184979 h 6685267"/>
                <a:gd name="connsiteX11" fmla="*/ 4048577 w 5822102"/>
                <a:gd name="connsiteY11" fmla="*/ 99280 h 6685267"/>
                <a:gd name="connsiteX12" fmla="*/ 3405404 w 5822102"/>
                <a:gd name="connsiteY12" fmla="*/ 131937 h 6685267"/>
                <a:gd name="connsiteX13" fmla="*/ 3089702 w 5822102"/>
                <a:gd name="connsiteY13" fmla="*/ 190190 h 6685267"/>
                <a:gd name="connsiteX14" fmla="*/ 2780132 w 5822102"/>
                <a:gd name="connsiteY14" fmla="*/ 273457 h 6685267"/>
                <a:gd name="connsiteX15" fmla="*/ 2478040 w 5822102"/>
                <a:gd name="connsiteY15" fmla="*/ 379654 h 6685267"/>
                <a:gd name="connsiteX16" fmla="*/ 2184897 w 5822102"/>
                <a:gd name="connsiteY16" fmla="*/ 507972 h 6685267"/>
                <a:gd name="connsiteX17" fmla="*/ 1629141 w 5822102"/>
                <a:gd name="connsiteY17" fmla="*/ 823205 h 6685267"/>
                <a:gd name="connsiteX18" fmla="*/ 1497711 w 5822102"/>
                <a:gd name="connsiteY18" fmla="*/ 914000 h 6685267"/>
                <a:gd name="connsiteX19" fmla="*/ 1433099 w 5822102"/>
                <a:gd name="connsiteY19" fmla="*/ 960903 h 6685267"/>
                <a:gd name="connsiteX20" fmla="*/ 1369346 w 5822102"/>
                <a:gd name="connsiteY20" fmla="*/ 1008963 h 6685267"/>
                <a:gd name="connsiteX21" fmla="*/ 1123406 w 5822102"/>
                <a:gd name="connsiteY21" fmla="*/ 1212905 h 6685267"/>
                <a:gd name="connsiteX22" fmla="*/ 684367 w 5822102"/>
                <a:gd name="connsiteY22" fmla="*/ 1675564 h 6685267"/>
                <a:gd name="connsiteX23" fmla="*/ 497153 w 5822102"/>
                <a:gd name="connsiteY23" fmla="*/ 1933588 h 6685267"/>
                <a:gd name="connsiteX24" fmla="*/ 337770 w 5822102"/>
                <a:gd name="connsiteY24" fmla="*/ 2208983 h 6685267"/>
                <a:gd name="connsiteX25" fmla="*/ 302461 w 5822102"/>
                <a:gd name="connsiteY25" fmla="*/ 2280207 h 6685267"/>
                <a:gd name="connsiteX26" fmla="*/ 285296 w 5822102"/>
                <a:gd name="connsiteY26" fmla="*/ 2316107 h 6685267"/>
                <a:gd name="connsiteX27" fmla="*/ 268991 w 5822102"/>
                <a:gd name="connsiteY27" fmla="*/ 2352355 h 6685267"/>
                <a:gd name="connsiteX28" fmla="*/ 237849 w 5822102"/>
                <a:gd name="connsiteY28" fmla="*/ 2425432 h 6685267"/>
                <a:gd name="connsiteX29" fmla="*/ 208670 w 5822102"/>
                <a:gd name="connsiteY29" fmla="*/ 2499319 h 6685267"/>
                <a:gd name="connsiteX30" fmla="*/ 113775 w 5822102"/>
                <a:gd name="connsiteY30" fmla="*/ 2801929 h 6685267"/>
                <a:gd name="connsiteX31" fmla="*/ 36781 w 5822102"/>
                <a:gd name="connsiteY31" fmla="*/ 3428922 h 6685267"/>
                <a:gd name="connsiteX32" fmla="*/ 69148 w 5822102"/>
                <a:gd name="connsiteY32" fmla="*/ 3741955 h 6685267"/>
                <a:gd name="connsiteX33" fmla="*/ 167966 w 5822102"/>
                <a:gd name="connsiteY33" fmla="*/ 4041323 h 6685267"/>
                <a:gd name="connsiteX34" fmla="*/ 202049 w 5822102"/>
                <a:gd name="connsiteY34" fmla="*/ 4112894 h 6685267"/>
                <a:gd name="connsiteX35" fmla="*/ 239933 w 5822102"/>
                <a:gd name="connsiteY35" fmla="*/ 4182843 h 6685267"/>
                <a:gd name="connsiteX36" fmla="*/ 323916 w 5822102"/>
                <a:gd name="connsiteY36" fmla="*/ 4318456 h 6685267"/>
                <a:gd name="connsiteX37" fmla="*/ 416604 w 5822102"/>
                <a:gd name="connsiteY37" fmla="*/ 4449436 h 6685267"/>
                <a:gd name="connsiteX38" fmla="*/ 515911 w 5822102"/>
                <a:gd name="connsiteY38" fmla="*/ 4576711 h 6685267"/>
                <a:gd name="connsiteX39" fmla="*/ 722619 w 5822102"/>
                <a:gd name="connsiteY39" fmla="*/ 4828482 h 6685267"/>
                <a:gd name="connsiteX40" fmla="*/ 825972 w 5822102"/>
                <a:gd name="connsiteY40" fmla="*/ 4956104 h 6685267"/>
                <a:gd name="connsiteX41" fmla="*/ 926506 w 5822102"/>
                <a:gd name="connsiteY41" fmla="*/ 5085347 h 6685267"/>
                <a:gd name="connsiteX42" fmla="*/ 1027040 w 5822102"/>
                <a:gd name="connsiteY42" fmla="*/ 5210191 h 6685267"/>
                <a:gd name="connsiteX43" fmla="*/ 1132110 w 5822102"/>
                <a:gd name="connsiteY43" fmla="*/ 5330748 h 6685267"/>
                <a:gd name="connsiteX44" fmla="*/ 1354880 w 5822102"/>
                <a:gd name="connsiteY44" fmla="*/ 5558083 h 6685267"/>
                <a:gd name="connsiteX45" fmla="*/ 1855220 w 5822102"/>
                <a:gd name="connsiteY45" fmla="*/ 5937591 h 6685267"/>
                <a:gd name="connsiteX46" fmla="*/ 2131810 w 5822102"/>
                <a:gd name="connsiteY46" fmla="*/ 6080268 h 6685267"/>
                <a:gd name="connsiteX47" fmla="*/ 2423726 w 5822102"/>
                <a:gd name="connsiteY47" fmla="*/ 6188087 h 6685267"/>
                <a:gd name="connsiteX48" fmla="*/ 2727780 w 5822102"/>
                <a:gd name="connsiteY48" fmla="*/ 6262552 h 6685267"/>
                <a:gd name="connsiteX49" fmla="*/ 3041276 w 5822102"/>
                <a:gd name="connsiteY49" fmla="*/ 6304245 h 6685267"/>
                <a:gd name="connsiteX50" fmla="*/ 3360532 w 5822102"/>
                <a:gd name="connsiteY50" fmla="*/ 6317331 h 6685267"/>
                <a:gd name="connsiteX51" fmla="*/ 3439855 w 5822102"/>
                <a:gd name="connsiteY51" fmla="*/ 6316751 h 6685267"/>
                <a:gd name="connsiteX52" fmla="*/ 3478721 w 5822102"/>
                <a:gd name="connsiteY52" fmla="*/ 6315826 h 6685267"/>
                <a:gd name="connsiteX53" fmla="*/ 3517463 w 5822102"/>
                <a:gd name="connsiteY53" fmla="*/ 6313971 h 6685267"/>
                <a:gd name="connsiteX54" fmla="*/ 3671452 w 5822102"/>
                <a:gd name="connsiteY54" fmla="*/ 6301233 h 6685267"/>
                <a:gd name="connsiteX55" fmla="*/ 4265460 w 5822102"/>
                <a:gd name="connsiteY55" fmla="*/ 6149638 h 6685267"/>
                <a:gd name="connsiteX56" fmla="*/ 4546587 w 5822102"/>
                <a:gd name="connsiteY56" fmla="*/ 6018079 h 6685267"/>
                <a:gd name="connsiteX57" fmla="*/ 4818030 w 5822102"/>
                <a:gd name="connsiteY57" fmla="*/ 5858029 h 6685267"/>
                <a:gd name="connsiteX58" fmla="*/ 5081870 w 5822102"/>
                <a:gd name="connsiteY58" fmla="*/ 5676903 h 6685267"/>
                <a:gd name="connsiteX59" fmla="*/ 5212073 w 5822102"/>
                <a:gd name="connsiteY59" fmla="*/ 5581013 h 6685267"/>
                <a:gd name="connsiteX60" fmla="*/ 5343625 w 5822102"/>
                <a:gd name="connsiteY60" fmla="*/ 5481533 h 6685267"/>
                <a:gd name="connsiteX61" fmla="*/ 5610378 w 5822102"/>
                <a:gd name="connsiteY61" fmla="*/ 5284425 h 6685267"/>
                <a:gd name="connsiteX62" fmla="*/ 5822102 w 5822102"/>
                <a:gd name="connsiteY62" fmla="*/ 5126414 h 6685267"/>
                <a:gd name="connsiteX63" fmla="*/ 5822102 w 5822102"/>
                <a:gd name="connsiteY63" fmla="*/ 5556641 h 6685267"/>
                <a:gd name="connsiteX64" fmla="*/ 5576325 w 5822102"/>
                <a:gd name="connsiteY64" fmla="*/ 5749979 h 6685267"/>
                <a:gd name="connsiteX65" fmla="*/ 5447715 w 5822102"/>
                <a:gd name="connsiteY65" fmla="*/ 5852818 h 6685267"/>
                <a:gd name="connsiteX66" fmla="*/ 5315059 w 5822102"/>
                <a:gd name="connsiteY66" fmla="*/ 5956236 h 6685267"/>
                <a:gd name="connsiteX67" fmla="*/ 5038468 w 5822102"/>
                <a:gd name="connsiteY67" fmla="*/ 6155776 h 6685267"/>
                <a:gd name="connsiteX68" fmla="*/ 4741892 w 5822102"/>
                <a:gd name="connsiteY68" fmla="*/ 6338292 h 6685267"/>
                <a:gd name="connsiteX69" fmla="*/ 4420920 w 5822102"/>
                <a:gd name="connsiteY69" fmla="*/ 6492203 h 6685267"/>
                <a:gd name="connsiteX70" fmla="*/ 3717672 w 5822102"/>
                <a:gd name="connsiteY70" fmla="*/ 6670434 h 6685267"/>
                <a:gd name="connsiteX71" fmla="*/ 3535853 w 5822102"/>
                <a:gd name="connsiteY71" fmla="*/ 6683289 h 6685267"/>
                <a:gd name="connsiteX72" fmla="*/ 3490367 w 5822102"/>
                <a:gd name="connsiteY72" fmla="*/ 6684910 h 6685267"/>
                <a:gd name="connsiteX73" fmla="*/ 3445005 w 5822102"/>
                <a:gd name="connsiteY73" fmla="*/ 6685142 h 6685267"/>
                <a:gd name="connsiteX74" fmla="*/ 3355872 w 5822102"/>
                <a:gd name="connsiteY74" fmla="*/ 6684100 h 6685267"/>
                <a:gd name="connsiteX75" fmla="*/ 3179203 w 5822102"/>
                <a:gd name="connsiteY75" fmla="*/ 6677150 h 6685267"/>
                <a:gd name="connsiteX76" fmla="*/ 3002410 w 5822102"/>
                <a:gd name="connsiteY76" fmla="*/ 6661169 h 6685267"/>
                <a:gd name="connsiteX77" fmla="*/ 2650296 w 5822102"/>
                <a:gd name="connsiteY77" fmla="*/ 6604191 h 6685267"/>
                <a:gd name="connsiteX78" fmla="*/ 2306028 w 5822102"/>
                <a:gd name="connsiteY78" fmla="*/ 6505869 h 6685267"/>
                <a:gd name="connsiteX79" fmla="*/ 1978803 w 5822102"/>
                <a:gd name="connsiteY79" fmla="*/ 6363307 h 6685267"/>
                <a:gd name="connsiteX80" fmla="*/ 1678428 w 5822102"/>
                <a:gd name="connsiteY80" fmla="*/ 6177779 h 6685267"/>
                <a:gd name="connsiteX81" fmla="*/ 1175880 w 5822102"/>
                <a:gd name="connsiteY81" fmla="*/ 5710373 h 6685267"/>
                <a:gd name="connsiteX82" fmla="*/ 971502 w 5822102"/>
                <a:gd name="connsiteY82" fmla="*/ 5445399 h 6685267"/>
                <a:gd name="connsiteX83" fmla="*/ 790909 w 5822102"/>
                <a:gd name="connsiteY83" fmla="*/ 5169078 h 6685267"/>
                <a:gd name="connsiteX84" fmla="*/ 706680 w 5822102"/>
                <a:gd name="connsiteY84" fmla="*/ 5031959 h 6685267"/>
                <a:gd name="connsiteX85" fmla="*/ 619143 w 5822102"/>
                <a:gd name="connsiteY85" fmla="*/ 4897157 h 6685267"/>
                <a:gd name="connsiteX86" fmla="*/ 436465 w 5822102"/>
                <a:gd name="connsiteY86" fmla="*/ 4628710 h 6685267"/>
                <a:gd name="connsiteX87" fmla="*/ 347088 w 5822102"/>
                <a:gd name="connsiteY87" fmla="*/ 4492171 h 6685267"/>
                <a:gd name="connsiteX88" fmla="*/ 262001 w 5822102"/>
                <a:gd name="connsiteY88" fmla="*/ 4352619 h 6685267"/>
                <a:gd name="connsiteX89" fmla="*/ 118679 w 5822102"/>
                <a:gd name="connsiteY89" fmla="*/ 4059853 h 6685267"/>
                <a:gd name="connsiteX90" fmla="*/ 28322 w 5822102"/>
                <a:gd name="connsiteY90" fmla="*/ 3749136 h 6685267"/>
                <a:gd name="connsiteX91" fmla="*/ 0 w 5822102"/>
                <a:gd name="connsiteY91" fmla="*/ 3428922 h 6685267"/>
                <a:gd name="connsiteX92" fmla="*/ 253052 w 5822102"/>
                <a:gd name="connsiteY92" fmla="*/ 2174356 h 6685267"/>
                <a:gd name="connsiteX93" fmla="*/ 389141 w 5822102"/>
                <a:gd name="connsiteY93" fmla="*/ 1877652 h 6685267"/>
                <a:gd name="connsiteX94" fmla="*/ 552079 w 5822102"/>
                <a:gd name="connsiteY94" fmla="*/ 1591834 h 6685267"/>
                <a:gd name="connsiteX95" fmla="*/ 954950 w 5822102"/>
                <a:gd name="connsiteY95" fmla="*/ 1061773 h 6685267"/>
                <a:gd name="connsiteX96" fmla="*/ 1192922 w 5822102"/>
                <a:gd name="connsiteY96" fmla="*/ 822626 h 6685267"/>
                <a:gd name="connsiteX97" fmla="*/ 1255939 w 5822102"/>
                <a:gd name="connsiteY97" fmla="*/ 765880 h 6685267"/>
                <a:gd name="connsiteX98" fmla="*/ 1320183 w 5822102"/>
                <a:gd name="connsiteY98" fmla="*/ 710291 h 6685267"/>
                <a:gd name="connsiteX99" fmla="*/ 1452961 w 5822102"/>
                <a:gd name="connsiteY99" fmla="*/ 603514 h 6685267"/>
                <a:gd name="connsiteX100" fmla="*/ 2033360 w 5822102"/>
                <a:gd name="connsiteY100" fmla="*/ 235818 h 6685267"/>
                <a:gd name="connsiteX101" fmla="*/ 2512513 w 5822102"/>
                <a:gd name="connsiteY101" fmla="*/ 30012 h 66852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822102" h="6685267">
                  <a:moveTo>
                    <a:pt x="2605444" y="0"/>
                  </a:moveTo>
                  <a:lnTo>
                    <a:pt x="4757391" y="0"/>
                  </a:lnTo>
                  <a:lnTo>
                    <a:pt x="4913680" y="56274"/>
                  </a:lnTo>
                  <a:cubicBezTo>
                    <a:pt x="5074659" y="119278"/>
                    <a:pt x="5229483" y="195083"/>
                    <a:pt x="5376238" y="282027"/>
                  </a:cubicBezTo>
                  <a:cubicBezTo>
                    <a:pt x="5474014" y="340105"/>
                    <a:pt x="5568080" y="403280"/>
                    <a:pt x="5658024" y="471014"/>
                  </a:cubicBezTo>
                  <a:lnTo>
                    <a:pt x="5822102" y="609109"/>
                  </a:lnTo>
                  <a:lnTo>
                    <a:pt x="5822102" y="760697"/>
                  </a:lnTo>
                  <a:lnTo>
                    <a:pt x="5707785" y="666601"/>
                  </a:lnTo>
                  <a:cubicBezTo>
                    <a:pt x="5665273" y="633682"/>
                    <a:pt x="5621749" y="602008"/>
                    <a:pt x="5577306" y="571666"/>
                  </a:cubicBezTo>
                  <a:cubicBezTo>
                    <a:pt x="5487929" y="511562"/>
                    <a:pt x="5395118" y="456089"/>
                    <a:pt x="5298630" y="407449"/>
                  </a:cubicBezTo>
                  <a:cubicBezTo>
                    <a:pt x="5106266" y="309010"/>
                    <a:pt x="4901153" y="235355"/>
                    <a:pt x="4690768" y="184979"/>
                  </a:cubicBezTo>
                  <a:cubicBezTo>
                    <a:pt x="4480382" y="134486"/>
                    <a:pt x="4264724" y="106807"/>
                    <a:pt x="4048577" y="99280"/>
                  </a:cubicBezTo>
                  <a:cubicBezTo>
                    <a:pt x="3832182" y="90709"/>
                    <a:pt x="3617997" y="102290"/>
                    <a:pt x="3405404" y="131937"/>
                  </a:cubicBezTo>
                  <a:cubicBezTo>
                    <a:pt x="3299353" y="147340"/>
                    <a:pt x="3193915" y="166449"/>
                    <a:pt x="3089702" y="190190"/>
                  </a:cubicBezTo>
                  <a:cubicBezTo>
                    <a:pt x="2985491" y="214278"/>
                    <a:pt x="2882137" y="241725"/>
                    <a:pt x="2780132" y="273457"/>
                  </a:cubicBezTo>
                  <a:cubicBezTo>
                    <a:pt x="2678126" y="305073"/>
                    <a:pt x="2577348" y="340510"/>
                    <a:pt x="2478040" y="379654"/>
                  </a:cubicBezTo>
                  <a:cubicBezTo>
                    <a:pt x="2378854" y="418914"/>
                    <a:pt x="2281017" y="461763"/>
                    <a:pt x="2184897" y="507972"/>
                  </a:cubicBezTo>
                  <a:cubicBezTo>
                    <a:pt x="1992657" y="600271"/>
                    <a:pt x="1806791" y="705542"/>
                    <a:pt x="1629141" y="823205"/>
                  </a:cubicBezTo>
                  <a:cubicBezTo>
                    <a:pt x="1584882" y="852736"/>
                    <a:pt x="1540745" y="882731"/>
                    <a:pt x="1497711" y="914000"/>
                  </a:cubicBezTo>
                  <a:cubicBezTo>
                    <a:pt x="1475888" y="929286"/>
                    <a:pt x="1454555" y="945153"/>
                    <a:pt x="1433099" y="960903"/>
                  </a:cubicBezTo>
                  <a:cubicBezTo>
                    <a:pt x="1411521" y="976537"/>
                    <a:pt x="1390311" y="992634"/>
                    <a:pt x="1369346" y="1008963"/>
                  </a:cubicBezTo>
                  <a:cubicBezTo>
                    <a:pt x="1285119" y="1074165"/>
                    <a:pt x="1202730" y="1141797"/>
                    <a:pt x="1123406" y="1212905"/>
                  </a:cubicBezTo>
                  <a:cubicBezTo>
                    <a:pt x="964391" y="1354656"/>
                    <a:pt x="816900" y="1509261"/>
                    <a:pt x="684367" y="1675564"/>
                  </a:cubicBezTo>
                  <a:cubicBezTo>
                    <a:pt x="618161" y="1758716"/>
                    <a:pt x="555512" y="1844763"/>
                    <a:pt x="497153" y="1933588"/>
                  </a:cubicBezTo>
                  <a:cubicBezTo>
                    <a:pt x="439775" y="2022877"/>
                    <a:pt x="385584" y="2114367"/>
                    <a:pt x="337770" y="2208983"/>
                  </a:cubicBezTo>
                  <a:cubicBezTo>
                    <a:pt x="325388" y="2232493"/>
                    <a:pt x="313862" y="2256349"/>
                    <a:pt x="302461" y="2280207"/>
                  </a:cubicBezTo>
                  <a:lnTo>
                    <a:pt x="285296" y="2316107"/>
                  </a:lnTo>
                  <a:lnTo>
                    <a:pt x="268991" y="2352355"/>
                  </a:lnTo>
                  <a:cubicBezTo>
                    <a:pt x="258324" y="2376560"/>
                    <a:pt x="247535" y="2400764"/>
                    <a:pt x="237849" y="2425432"/>
                  </a:cubicBezTo>
                  <a:cubicBezTo>
                    <a:pt x="228163" y="2450099"/>
                    <a:pt x="217498" y="2474419"/>
                    <a:pt x="208670" y="2499319"/>
                  </a:cubicBezTo>
                  <a:cubicBezTo>
                    <a:pt x="170909" y="2598219"/>
                    <a:pt x="138908" y="2699206"/>
                    <a:pt x="113775" y="2801929"/>
                  </a:cubicBezTo>
                  <a:cubicBezTo>
                    <a:pt x="62773" y="3006911"/>
                    <a:pt x="36659" y="3217917"/>
                    <a:pt x="36781" y="3428922"/>
                  </a:cubicBezTo>
                  <a:cubicBezTo>
                    <a:pt x="37394" y="3534078"/>
                    <a:pt x="47816" y="3639001"/>
                    <a:pt x="69148" y="3741955"/>
                  </a:cubicBezTo>
                  <a:cubicBezTo>
                    <a:pt x="91585" y="3844679"/>
                    <a:pt x="124074" y="3945202"/>
                    <a:pt x="167966" y="4041323"/>
                  </a:cubicBezTo>
                  <a:cubicBezTo>
                    <a:pt x="178387" y="4065528"/>
                    <a:pt x="190525" y="4089153"/>
                    <a:pt x="202049" y="4112894"/>
                  </a:cubicBezTo>
                  <a:cubicBezTo>
                    <a:pt x="214555" y="4136288"/>
                    <a:pt x="226447" y="4159912"/>
                    <a:pt x="239933" y="4182843"/>
                  </a:cubicBezTo>
                  <a:cubicBezTo>
                    <a:pt x="265680" y="4229167"/>
                    <a:pt x="294368" y="4274101"/>
                    <a:pt x="323916" y="4318456"/>
                  </a:cubicBezTo>
                  <a:cubicBezTo>
                    <a:pt x="353341" y="4362927"/>
                    <a:pt x="384849" y="4406240"/>
                    <a:pt x="416604" y="4449436"/>
                  </a:cubicBezTo>
                  <a:cubicBezTo>
                    <a:pt x="448847" y="4492286"/>
                    <a:pt x="482319" y="4534557"/>
                    <a:pt x="515911" y="4576711"/>
                  </a:cubicBezTo>
                  <a:cubicBezTo>
                    <a:pt x="583219" y="4661137"/>
                    <a:pt x="653594" y="4743825"/>
                    <a:pt x="722619" y="4828482"/>
                  </a:cubicBezTo>
                  <a:cubicBezTo>
                    <a:pt x="757315" y="4870637"/>
                    <a:pt x="791889" y="4913138"/>
                    <a:pt x="825972" y="4956104"/>
                  </a:cubicBezTo>
                  <a:cubicBezTo>
                    <a:pt x="859934" y="4998722"/>
                    <a:pt x="893649" y="5044004"/>
                    <a:pt x="926506" y="5085347"/>
                  </a:cubicBezTo>
                  <a:cubicBezTo>
                    <a:pt x="959119" y="5127734"/>
                    <a:pt x="993324" y="5168847"/>
                    <a:pt x="1027040" y="5210191"/>
                  </a:cubicBezTo>
                  <a:cubicBezTo>
                    <a:pt x="1061737" y="5250840"/>
                    <a:pt x="1096188" y="5291488"/>
                    <a:pt x="1132110" y="5330748"/>
                  </a:cubicBezTo>
                  <a:cubicBezTo>
                    <a:pt x="1203465" y="5409731"/>
                    <a:pt x="1277639" y="5485818"/>
                    <a:pt x="1354880" y="5558083"/>
                  </a:cubicBezTo>
                  <a:cubicBezTo>
                    <a:pt x="1509603" y="5702266"/>
                    <a:pt x="1676588" y="5830930"/>
                    <a:pt x="1855220" y="5937591"/>
                  </a:cubicBezTo>
                  <a:cubicBezTo>
                    <a:pt x="1944720" y="5990632"/>
                    <a:pt x="2036549" y="6039272"/>
                    <a:pt x="2131810" y="6080268"/>
                  </a:cubicBezTo>
                  <a:cubicBezTo>
                    <a:pt x="2226460" y="6122423"/>
                    <a:pt x="2324173" y="6157977"/>
                    <a:pt x="2423726" y="6188087"/>
                  </a:cubicBezTo>
                  <a:cubicBezTo>
                    <a:pt x="2523280" y="6218313"/>
                    <a:pt x="2624794" y="6242749"/>
                    <a:pt x="2727780" y="6262552"/>
                  </a:cubicBezTo>
                  <a:cubicBezTo>
                    <a:pt x="2830890" y="6282008"/>
                    <a:pt x="2935714" y="6295326"/>
                    <a:pt x="3041276" y="6304245"/>
                  </a:cubicBezTo>
                  <a:cubicBezTo>
                    <a:pt x="3146836" y="6313277"/>
                    <a:pt x="3253499" y="6317215"/>
                    <a:pt x="3360532" y="6317331"/>
                  </a:cubicBezTo>
                  <a:cubicBezTo>
                    <a:pt x="3387259" y="6317331"/>
                    <a:pt x="3414354" y="6317794"/>
                    <a:pt x="3439855" y="6316751"/>
                  </a:cubicBezTo>
                  <a:lnTo>
                    <a:pt x="3478721" y="6315826"/>
                  </a:lnTo>
                  <a:lnTo>
                    <a:pt x="3517463" y="6313971"/>
                  </a:lnTo>
                  <a:cubicBezTo>
                    <a:pt x="3569078" y="6311772"/>
                    <a:pt x="3620449" y="6306907"/>
                    <a:pt x="3671452" y="6301233"/>
                  </a:cubicBezTo>
                  <a:cubicBezTo>
                    <a:pt x="3875707" y="6277608"/>
                    <a:pt x="4074445" y="6225841"/>
                    <a:pt x="4265460" y="6149638"/>
                  </a:cubicBezTo>
                  <a:cubicBezTo>
                    <a:pt x="4361212" y="6111884"/>
                    <a:pt x="4454636" y="6067065"/>
                    <a:pt x="4546587" y="6018079"/>
                  </a:cubicBezTo>
                  <a:cubicBezTo>
                    <a:pt x="4638662" y="5969322"/>
                    <a:pt x="4729020" y="5915240"/>
                    <a:pt x="4818030" y="5858029"/>
                  </a:cubicBezTo>
                  <a:cubicBezTo>
                    <a:pt x="4907038" y="5800703"/>
                    <a:pt x="4994577" y="5739672"/>
                    <a:pt x="5081870" y="5676903"/>
                  </a:cubicBezTo>
                  <a:cubicBezTo>
                    <a:pt x="5125392" y="5645519"/>
                    <a:pt x="5168794" y="5613324"/>
                    <a:pt x="5212073" y="5581013"/>
                  </a:cubicBezTo>
                  <a:lnTo>
                    <a:pt x="5343625" y="5481533"/>
                  </a:lnTo>
                  <a:cubicBezTo>
                    <a:pt x="5432696" y="5414768"/>
                    <a:pt x="5521951" y="5349452"/>
                    <a:pt x="5610378" y="5284425"/>
                  </a:cubicBezTo>
                  <a:lnTo>
                    <a:pt x="5822102" y="5126414"/>
                  </a:lnTo>
                  <a:lnTo>
                    <a:pt x="5822102" y="5556641"/>
                  </a:lnTo>
                  <a:lnTo>
                    <a:pt x="5576325" y="5749979"/>
                  </a:lnTo>
                  <a:lnTo>
                    <a:pt x="5447715" y="5852818"/>
                  </a:lnTo>
                  <a:cubicBezTo>
                    <a:pt x="5403945" y="5887445"/>
                    <a:pt x="5359932" y="5922073"/>
                    <a:pt x="5315059" y="5956236"/>
                  </a:cubicBezTo>
                  <a:cubicBezTo>
                    <a:pt x="5225682" y="6024680"/>
                    <a:pt x="5133976" y="6091734"/>
                    <a:pt x="5038468" y="6155776"/>
                  </a:cubicBezTo>
                  <a:cubicBezTo>
                    <a:pt x="4943084" y="6219703"/>
                    <a:pt x="4845002" y="6281777"/>
                    <a:pt x="4741892" y="6338292"/>
                  </a:cubicBezTo>
                  <a:cubicBezTo>
                    <a:pt x="4638784" y="6394692"/>
                    <a:pt x="4532120" y="6447038"/>
                    <a:pt x="4420920" y="6492203"/>
                  </a:cubicBezTo>
                  <a:cubicBezTo>
                    <a:pt x="4199255" y="6583693"/>
                    <a:pt x="3959813" y="6644840"/>
                    <a:pt x="3717672" y="6670434"/>
                  </a:cubicBezTo>
                  <a:cubicBezTo>
                    <a:pt x="3657106" y="6676456"/>
                    <a:pt x="3596419" y="6681321"/>
                    <a:pt x="3535853" y="6683289"/>
                  </a:cubicBezTo>
                  <a:lnTo>
                    <a:pt x="3490367" y="6684910"/>
                  </a:lnTo>
                  <a:lnTo>
                    <a:pt x="3445005" y="6685142"/>
                  </a:lnTo>
                  <a:cubicBezTo>
                    <a:pt x="3414354" y="6685605"/>
                    <a:pt x="3385297" y="6684679"/>
                    <a:pt x="3355872" y="6684100"/>
                  </a:cubicBezTo>
                  <a:cubicBezTo>
                    <a:pt x="3297146" y="6683405"/>
                    <a:pt x="3238052" y="6680047"/>
                    <a:pt x="3179203" y="6677150"/>
                  </a:cubicBezTo>
                  <a:cubicBezTo>
                    <a:pt x="3120232" y="6672519"/>
                    <a:pt x="3061259" y="6668233"/>
                    <a:pt x="3002410" y="6661169"/>
                  </a:cubicBezTo>
                  <a:cubicBezTo>
                    <a:pt x="2884589" y="6647851"/>
                    <a:pt x="2766891" y="6629669"/>
                    <a:pt x="2650296" y="6604191"/>
                  </a:cubicBezTo>
                  <a:cubicBezTo>
                    <a:pt x="2533702" y="6578713"/>
                    <a:pt x="2418456" y="6545938"/>
                    <a:pt x="2306028" y="6505869"/>
                  </a:cubicBezTo>
                  <a:cubicBezTo>
                    <a:pt x="2193602" y="6465683"/>
                    <a:pt x="2084118" y="6417738"/>
                    <a:pt x="1978803" y="6363307"/>
                  </a:cubicBezTo>
                  <a:cubicBezTo>
                    <a:pt x="1873855" y="6308066"/>
                    <a:pt x="1773077" y="6246340"/>
                    <a:pt x="1678428" y="6177779"/>
                  </a:cubicBezTo>
                  <a:cubicBezTo>
                    <a:pt x="1488393" y="6041356"/>
                    <a:pt x="1321900" y="5881423"/>
                    <a:pt x="1175880" y="5710373"/>
                  </a:cubicBezTo>
                  <a:cubicBezTo>
                    <a:pt x="1103177" y="5624441"/>
                    <a:pt x="1035501" y="5535732"/>
                    <a:pt x="971502" y="5445399"/>
                  </a:cubicBezTo>
                  <a:cubicBezTo>
                    <a:pt x="907380" y="5355069"/>
                    <a:pt x="847550" y="5262768"/>
                    <a:pt x="790909" y="5169078"/>
                  </a:cubicBezTo>
                  <a:cubicBezTo>
                    <a:pt x="761974" y="5121712"/>
                    <a:pt x="735492" y="5077357"/>
                    <a:pt x="706680" y="5031959"/>
                  </a:cubicBezTo>
                  <a:cubicBezTo>
                    <a:pt x="678114" y="4986910"/>
                    <a:pt x="649058" y="4941860"/>
                    <a:pt x="619143" y="4897157"/>
                  </a:cubicBezTo>
                  <a:lnTo>
                    <a:pt x="436465" y="4628710"/>
                  </a:lnTo>
                  <a:cubicBezTo>
                    <a:pt x="406182" y="4583544"/>
                    <a:pt x="376267" y="4538147"/>
                    <a:pt x="347088" y="4492171"/>
                  </a:cubicBezTo>
                  <a:cubicBezTo>
                    <a:pt x="317908" y="4446194"/>
                    <a:pt x="288974" y="4400102"/>
                    <a:pt x="262001" y="4352619"/>
                  </a:cubicBezTo>
                  <a:cubicBezTo>
                    <a:pt x="207934" y="4258119"/>
                    <a:pt x="158280" y="4160840"/>
                    <a:pt x="118679" y="4059853"/>
                  </a:cubicBezTo>
                  <a:cubicBezTo>
                    <a:pt x="78343" y="3959214"/>
                    <a:pt x="48429" y="3854870"/>
                    <a:pt x="28322" y="3749136"/>
                  </a:cubicBezTo>
                  <a:cubicBezTo>
                    <a:pt x="9073" y="3643402"/>
                    <a:pt x="0" y="3536046"/>
                    <a:pt x="0" y="3428922"/>
                  </a:cubicBezTo>
                  <a:cubicBezTo>
                    <a:pt x="1594" y="3001816"/>
                    <a:pt x="89010" y="2575868"/>
                    <a:pt x="253052" y="2174356"/>
                  </a:cubicBezTo>
                  <a:cubicBezTo>
                    <a:pt x="294246" y="2074066"/>
                    <a:pt x="338873" y="1974700"/>
                    <a:pt x="389141" y="1877652"/>
                  </a:cubicBezTo>
                  <a:cubicBezTo>
                    <a:pt x="438672" y="1780256"/>
                    <a:pt x="493230" y="1684945"/>
                    <a:pt x="552079" y="1591834"/>
                  </a:cubicBezTo>
                  <a:cubicBezTo>
                    <a:pt x="669900" y="1405728"/>
                    <a:pt x="804394" y="1227729"/>
                    <a:pt x="954950" y="1061773"/>
                  </a:cubicBezTo>
                  <a:cubicBezTo>
                    <a:pt x="1030597" y="979085"/>
                    <a:pt x="1109552" y="898829"/>
                    <a:pt x="1192922" y="822626"/>
                  </a:cubicBezTo>
                  <a:cubicBezTo>
                    <a:pt x="1213642" y="803402"/>
                    <a:pt x="1234483" y="784409"/>
                    <a:pt x="1255939" y="765880"/>
                  </a:cubicBezTo>
                  <a:cubicBezTo>
                    <a:pt x="1277273" y="747234"/>
                    <a:pt x="1298237" y="728241"/>
                    <a:pt x="1320183" y="710291"/>
                  </a:cubicBezTo>
                  <a:cubicBezTo>
                    <a:pt x="1363585" y="673811"/>
                    <a:pt x="1408088" y="638489"/>
                    <a:pt x="1452961" y="603514"/>
                  </a:cubicBezTo>
                  <a:cubicBezTo>
                    <a:pt x="1633310" y="464543"/>
                    <a:pt x="1828125" y="341437"/>
                    <a:pt x="2033360" y="235818"/>
                  </a:cubicBezTo>
                  <a:cubicBezTo>
                    <a:pt x="2187242" y="156561"/>
                    <a:pt x="2347554" y="87597"/>
                    <a:pt x="2512513" y="3001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15102EBE-A80F-4CFF-B1DD-941EF9728B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04998" y="98659"/>
              <a:ext cx="5774333" cy="6315453"/>
            </a:xfrm>
            <a:custGeom>
              <a:avLst/>
              <a:gdLst>
                <a:gd name="connsiteX0" fmla="*/ 3707237 w 5774333"/>
                <a:gd name="connsiteY0" fmla="*/ 1489 h 6315453"/>
                <a:gd name="connsiteX1" fmla="*/ 4037665 w 5774333"/>
                <a:gd name="connsiteY1" fmla="*/ 6121 h 6315453"/>
                <a:gd name="connsiteX2" fmla="*/ 4692239 w 5774333"/>
                <a:gd name="connsiteY2" fmla="*/ 102128 h 6315453"/>
                <a:gd name="connsiteX3" fmla="*/ 5315059 w 5774333"/>
                <a:gd name="connsiteY3" fmla="*/ 324945 h 6315453"/>
                <a:gd name="connsiteX4" fmla="*/ 5738325 w 5774333"/>
                <a:gd name="connsiteY4" fmla="*/ 578286 h 6315453"/>
                <a:gd name="connsiteX5" fmla="*/ 5774333 w 5774333"/>
                <a:gd name="connsiteY5" fmla="*/ 606551 h 6315453"/>
                <a:gd name="connsiteX6" fmla="*/ 5774333 w 5774333"/>
                <a:gd name="connsiteY6" fmla="*/ 975490 h 6315453"/>
                <a:gd name="connsiteX7" fmla="*/ 5676001 w 5774333"/>
                <a:gd name="connsiteY7" fmla="*/ 889749 h 6315453"/>
                <a:gd name="connsiteX8" fmla="*/ 5177132 w 5774333"/>
                <a:gd name="connsiteY8" fmla="*/ 581926 h 6315453"/>
                <a:gd name="connsiteX9" fmla="*/ 4615735 w 5774333"/>
                <a:gd name="connsiteY9" fmla="*/ 388640 h 6315453"/>
                <a:gd name="connsiteX10" fmla="*/ 4020010 w 5774333"/>
                <a:gd name="connsiteY10" fmla="*/ 308500 h 6315453"/>
                <a:gd name="connsiteX11" fmla="*/ 3416315 w 5774333"/>
                <a:gd name="connsiteY11" fmla="*/ 328882 h 6315453"/>
                <a:gd name="connsiteX12" fmla="*/ 2823779 w 5774333"/>
                <a:gd name="connsiteY12" fmla="*/ 446545 h 6315453"/>
                <a:gd name="connsiteX13" fmla="*/ 2256987 w 5774333"/>
                <a:gd name="connsiteY13" fmla="*/ 651296 h 6315453"/>
                <a:gd name="connsiteX14" fmla="*/ 1244169 w 5774333"/>
                <a:gd name="connsiteY14" fmla="*/ 1280374 h 6315453"/>
                <a:gd name="connsiteX15" fmla="*/ 830141 w 5774333"/>
                <a:gd name="connsiteY15" fmla="*/ 1700184 h 6315453"/>
                <a:gd name="connsiteX16" fmla="*/ 502792 w 5774333"/>
                <a:gd name="connsiteY16" fmla="*/ 2182300 h 6315453"/>
                <a:gd name="connsiteX17" fmla="*/ 280637 w 5774333"/>
                <a:gd name="connsiteY17" fmla="*/ 2715256 h 6315453"/>
                <a:gd name="connsiteX18" fmla="*/ 199843 w 5774333"/>
                <a:gd name="connsiteY18" fmla="*/ 3283418 h 6315453"/>
                <a:gd name="connsiteX19" fmla="*/ 233926 w 5774333"/>
                <a:gd name="connsiteY19" fmla="*/ 3561593 h 6315453"/>
                <a:gd name="connsiteX20" fmla="*/ 334582 w 5774333"/>
                <a:gd name="connsiteY20" fmla="*/ 3821816 h 6315453"/>
                <a:gd name="connsiteX21" fmla="*/ 404834 w 5774333"/>
                <a:gd name="connsiteY21" fmla="*/ 3944343 h 6315453"/>
                <a:gd name="connsiteX22" fmla="*/ 485506 w 5774333"/>
                <a:gd name="connsiteY22" fmla="*/ 4062932 h 6315453"/>
                <a:gd name="connsiteX23" fmla="*/ 671861 w 5774333"/>
                <a:gd name="connsiteY23" fmla="*/ 4292120 h 6315453"/>
                <a:gd name="connsiteX24" fmla="*/ 873542 w 5774333"/>
                <a:gd name="connsiteY24" fmla="*/ 4523044 h 6315453"/>
                <a:gd name="connsiteX25" fmla="*/ 973831 w 5774333"/>
                <a:gd name="connsiteY25" fmla="*/ 4643601 h 6315453"/>
                <a:gd name="connsiteX26" fmla="*/ 1022014 w 5774333"/>
                <a:gd name="connsiteY26" fmla="*/ 4702780 h 6315453"/>
                <a:gd name="connsiteX27" fmla="*/ 1069215 w 5774333"/>
                <a:gd name="connsiteY27" fmla="*/ 4759411 h 6315453"/>
                <a:gd name="connsiteX28" fmla="*/ 1474784 w 5774333"/>
                <a:gd name="connsiteY28" fmla="*/ 5177948 h 6315453"/>
                <a:gd name="connsiteX29" fmla="*/ 1690442 w 5774333"/>
                <a:gd name="connsiteY29" fmla="*/ 5366255 h 6315453"/>
                <a:gd name="connsiteX30" fmla="*/ 1916276 w 5774333"/>
                <a:gd name="connsiteY30" fmla="*/ 5539852 h 6315453"/>
                <a:gd name="connsiteX31" fmla="*/ 2420784 w 5774333"/>
                <a:gd name="connsiteY31" fmla="*/ 5814437 h 6315453"/>
                <a:gd name="connsiteX32" fmla="*/ 2703015 w 5774333"/>
                <a:gd name="connsiteY32" fmla="*/ 5892029 h 6315453"/>
                <a:gd name="connsiteX33" fmla="*/ 2775350 w 5774333"/>
                <a:gd name="connsiteY33" fmla="*/ 5905695 h 6315453"/>
                <a:gd name="connsiteX34" fmla="*/ 2848299 w 5774333"/>
                <a:gd name="connsiteY34" fmla="*/ 5917161 h 6315453"/>
                <a:gd name="connsiteX35" fmla="*/ 2995544 w 5774333"/>
                <a:gd name="connsiteY35" fmla="*/ 5933605 h 6315453"/>
                <a:gd name="connsiteX36" fmla="*/ 3069596 w 5774333"/>
                <a:gd name="connsiteY36" fmla="*/ 5938933 h 6315453"/>
                <a:gd name="connsiteX37" fmla="*/ 3143894 w 5774333"/>
                <a:gd name="connsiteY37" fmla="*/ 5942639 h 6315453"/>
                <a:gd name="connsiteX38" fmla="*/ 3218436 w 5774333"/>
                <a:gd name="connsiteY38" fmla="*/ 5944260 h 6315453"/>
                <a:gd name="connsiteX39" fmla="*/ 3293101 w 5774333"/>
                <a:gd name="connsiteY39" fmla="*/ 5943913 h 6315453"/>
                <a:gd name="connsiteX40" fmla="*/ 3330494 w 5774333"/>
                <a:gd name="connsiteY40" fmla="*/ 5943565 h 6315453"/>
                <a:gd name="connsiteX41" fmla="*/ 3366540 w 5774333"/>
                <a:gd name="connsiteY41" fmla="*/ 5942059 h 6315453"/>
                <a:gd name="connsiteX42" fmla="*/ 3402462 w 5774333"/>
                <a:gd name="connsiteY42" fmla="*/ 5940323 h 6315453"/>
                <a:gd name="connsiteX43" fmla="*/ 3438262 w 5774333"/>
                <a:gd name="connsiteY43" fmla="*/ 5937543 h 6315453"/>
                <a:gd name="connsiteX44" fmla="*/ 3580236 w 5774333"/>
                <a:gd name="connsiteY44" fmla="*/ 5920982 h 6315453"/>
                <a:gd name="connsiteX45" fmla="*/ 4121034 w 5774333"/>
                <a:gd name="connsiteY45" fmla="*/ 5753290 h 6315453"/>
                <a:gd name="connsiteX46" fmla="*/ 4620639 w 5774333"/>
                <a:gd name="connsiteY46" fmla="*/ 5459364 h 6315453"/>
                <a:gd name="connsiteX47" fmla="*/ 4741771 w 5774333"/>
                <a:gd name="connsiteY47" fmla="*/ 5372971 h 6315453"/>
                <a:gd name="connsiteX48" fmla="*/ 4862901 w 5774333"/>
                <a:gd name="connsiteY48" fmla="*/ 5283682 h 6315453"/>
                <a:gd name="connsiteX49" fmla="*/ 5108229 w 5774333"/>
                <a:gd name="connsiteY49" fmla="*/ 5098386 h 6315453"/>
                <a:gd name="connsiteX50" fmla="*/ 5612493 w 5774333"/>
                <a:gd name="connsiteY50" fmla="*/ 4739724 h 6315453"/>
                <a:gd name="connsiteX51" fmla="*/ 5774333 w 5774333"/>
                <a:gd name="connsiteY51" fmla="*/ 4623488 h 6315453"/>
                <a:gd name="connsiteX52" fmla="*/ 5774333 w 5774333"/>
                <a:gd name="connsiteY52" fmla="*/ 5232926 h 6315453"/>
                <a:gd name="connsiteX53" fmla="*/ 5676492 w 5774333"/>
                <a:gd name="connsiteY53" fmla="*/ 5306859 h 6315453"/>
                <a:gd name="connsiteX54" fmla="*/ 5426260 w 5774333"/>
                <a:gd name="connsiteY54" fmla="*/ 5486233 h 6315453"/>
                <a:gd name="connsiteX55" fmla="*/ 5300225 w 5774333"/>
                <a:gd name="connsiteY55" fmla="*/ 5576217 h 6315453"/>
                <a:gd name="connsiteX56" fmla="*/ 5170757 w 5774333"/>
                <a:gd name="connsiteY56" fmla="*/ 5666780 h 6315453"/>
                <a:gd name="connsiteX57" fmla="*/ 5038100 w 5774333"/>
                <a:gd name="connsiteY57" fmla="*/ 5756185 h 6315453"/>
                <a:gd name="connsiteX58" fmla="*/ 4901276 w 5774333"/>
                <a:gd name="connsiteY58" fmla="*/ 5843043 h 6315453"/>
                <a:gd name="connsiteX59" fmla="*/ 4614019 w 5774333"/>
                <a:gd name="connsiteY59" fmla="*/ 6006103 h 6315453"/>
                <a:gd name="connsiteX60" fmla="*/ 4305061 w 5774333"/>
                <a:gd name="connsiteY60" fmla="*/ 6144726 h 6315453"/>
                <a:gd name="connsiteX61" fmla="*/ 3632710 w 5774333"/>
                <a:gd name="connsiteY61" fmla="*/ 6304196 h 6315453"/>
                <a:gd name="connsiteX62" fmla="*/ 3459594 w 5774333"/>
                <a:gd name="connsiteY62" fmla="*/ 6314504 h 6315453"/>
                <a:gd name="connsiteX63" fmla="*/ 3416315 w 5774333"/>
                <a:gd name="connsiteY63" fmla="*/ 6315429 h 6315453"/>
                <a:gd name="connsiteX64" fmla="*/ 3373159 w 5774333"/>
                <a:gd name="connsiteY64" fmla="*/ 6315198 h 6315453"/>
                <a:gd name="connsiteX65" fmla="*/ 3330127 w 5774333"/>
                <a:gd name="connsiteY65" fmla="*/ 6314735 h 6315453"/>
                <a:gd name="connsiteX66" fmla="*/ 3288320 w 5774333"/>
                <a:gd name="connsiteY66" fmla="*/ 6313230 h 6315453"/>
                <a:gd name="connsiteX67" fmla="*/ 2954350 w 5774333"/>
                <a:gd name="connsiteY67" fmla="*/ 6288098 h 6315453"/>
                <a:gd name="connsiteX68" fmla="*/ 2622466 w 5774333"/>
                <a:gd name="connsiteY68" fmla="*/ 6232742 h 6315453"/>
                <a:gd name="connsiteX69" fmla="*/ 2296466 w 5774333"/>
                <a:gd name="connsiteY69" fmla="*/ 6146001 h 6315453"/>
                <a:gd name="connsiteX70" fmla="*/ 1672419 w 5774333"/>
                <a:gd name="connsiteY70" fmla="*/ 5885197 h 6315453"/>
                <a:gd name="connsiteX71" fmla="*/ 1146578 w 5774333"/>
                <a:gd name="connsiteY71" fmla="*/ 5479168 h 6315453"/>
                <a:gd name="connsiteX72" fmla="*/ 933372 w 5774333"/>
                <a:gd name="connsiteY72" fmla="*/ 5234810 h 6315453"/>
                <a:gd name="connsiteX73" fmla="*/ 747140 w 5774333"/>
                <a:gd name="connsiteY73" fmla="*/ 4976091 h 6315453"/>
                <a:gd name="connsiteX74" fmla="*/ 703616 w 5774333"/>
                <a:gd name="connsiteY74" fmla="*/ 4910196 h 6315453"/>
                <a:gd name="connsiteX75" fmla="*/ 662053 w 5774333"/>
                <a:gd name="connsiteY75" fmla="*/ 4846269 h 6315453"/>
                <a:gd name="connsiteX76" fmla="*/ 580033 w 5774333"/>
                <a:gd name="connsiteY76" fmla="*/ 4722352 h 6315453"/>
                <a:gd name="connsiteX77" fmla="*/ 410105 w 5774333"/>
                <a:gd name="connsiteY77" fmla="*/ 4469193 h 6315453"/>
                <a:gd name="connsiteX78" fmla="*/ 244224 w 5774333"/>
                <a:gd name="connsiteY78" fmla="*/ 4201556 h 6315453"/>
                <a:gd name="connsiteX79" fmla="*/ 169437 w 5774333"/>
                <a:gd name="connsiteY79" fmla="*/ 4059690 h 6315453"/>
                <a:gd name="connsiteX80" fmla="*/ 105929 w 5774333"/>
                <a:gd name="connsiteY80" fmla="*/ 3911221 h 6315453"/>
                <a:gd name="connsiteX81" fmla="*/ 57256 w 5774333"/>
                <a:gd name="connsiteY81" fmla="*/ 3757195 h 6315453"/>
                <a:gd name="connsiteX82" fmla="*/ 39111 w 5774333"/>
                <a:gd name="connsiteY82" fmla="*/ 3678677 h 6315453"/>
                <a:gd name="connsiteX83" fmla="*/ 31142 w 5774333"/>
                <a:gd name="connsiteY83" fmla="*/ 3639300 h 6315453"/>
                <a:gd name="connsiteX84" fmla="*/ 24521 w 5774333"/>
                <a:gd name="connsiteY84" fmla="*/ 3599809 h 6315453"/>
                <a:gd name="connsiteX85" fmla="*/ 0 w 5774333"/>
                <a:gd name="connsiteY85" fmla="*/ 3283418 h 6315453"/>
                <a:gd name="connsiteX86" fmla="*/ 68045 w 5774333"/>
                <a:gd name="connsiteY86" fmla="*/ 2666963 h 6315453"/>
                <a:gd name="connsiteX87" fmla="*/ 272546 w 5774333"/>
                <a:gd name="connsiteY87" fmla="*/ 2076334 h 6315453"/>
                <a:gd name="connsiteX88" fmla="*/ 1039300 w 5774333"/>
                <a:gd name="connsiteY88" fmla="*/ 1073307 h 6315453"/>
                <a:gd name="connsiteX89" fmla="*/ 1547733 w 5774333"/>
                <a:gd name="connsiteY89" fmla="*/ 680365 h 6315453"/>
                <a:gd name="connsiteX90" fmla="*/ 2115995 w 5774333"/>
                <a:gd name="connsiteY90" fmla="*/ 368373 h 6315453"/>
                <a:gd name="connsiteX91" fmla="*/ 3377451 w 5774333"/>
                <a:gd name="connsiteY91" fmla="*/ 24304 h 6315453"/>
                <a:gd name="connsiteX92" fmla="*/ 3707237 w 5774333"/>
                <a:gd name="connsiteY92" fmla="*/ 1489 h 6315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5774333" h="6315453">
                  <a:moveTo>
                    <a:pt x="3707237" y="1489"/>
                  </a:moveTo>
                  <a:cubicBezTo>
                    <a:pt x="3817502" y="-1522"/>
                    <a:pt x="3927875" y="41"/>
                    <a:pt x="4037665" y="6121"/>
                  </a:cubicBezTo>
                  <a:cubicBezTo>
                    <a:pt x="4257614" y="18745"/>
                    <a:pt x="4477439" y="49665"/>
                    <a:pt x="4692239" y="102128"/>
                  </a:cubicBezTo>
                  <a:cubicBezTo>
                    <a:pt x="4907039" y="154474"/>
                    <a:pt x="5116811" y="228592"/>
                    <a:pt x="5315059" y="324945"/>
                  </a:cubicBezTo>
                  <a:cubicBezTo>
                    <a:pt x="5463562" y="397211"/>
                    <a:pt x="5606133" y="481527"/>
                    <a:pt x="5738325" y="578286"/>
                  </a:cubicBezTo>
                  <a:lnTo>
                    <a:pt x="5774333" y="606551"/>
                  </a:lnTo>
                  <a:lnTo>
                    <a:pt x="5774333" y="975490"/>
                  </a:lnTo>
                  <a:lnTo>
                    <a:pt x="5676001" y="889749"/>
                  </a:lnTo>
                  <a:cubicBezTo>
                    <a:pt x="5522381" y="769886"/>
                    <a:pt x="5355519" y="665657"/>
                    <a:pt x="5177132" y="581926"/>
                  </a:cubicBezTo>
                  <a:cubicBezTo>
                    <a:pt x="4998867" y="497965"/>
                    <a:pt x="4810183" y="433574"/>
                    <a:pt x="4615735" y="388640"/>
                  </a:cubicBezTo>
                  <a:cubicBezTo>
                    <a:pt x="4421289" y="343591"/>
                    <a:pt x="4221446" y="317649"/>
                    <a:pt x="4020010" y="308500"/>
                  </a:cubicBezTo>
                  <a:cubicBezTo>
                    <a:pt x="3818207" y="298887"/>
                    <a:pt x="3616649" y="305257"/>
                    <a:pt x="3416315" y="328882"/>
                  </a:cubicBezTo>
                  <a:cubicBezTo>
                    <a:pt x="3216106" y="352623"/>
                    <a:pt x="3017736" y="392346"/>
                    <a:pt x="2823779" y="446545"/>
                  </a:cubicBezTo>
                  <a:cubicBezTo>
                    <a:pt x="2629699" y="500513"/>
                    <a:pt x="2440401" y="570345"/>
                    <a:pt x="2256987" y="651296"/>
                  </a:cubicBezTo>
                  <a:cubicBezTo>
                    <a:pt x="1889058" y="811461"/>
                    <a:pt x="1545527" y="1023856"/>
                    <a:pt x="1244169" y="1280374"/>
                  </a:cubicBezTo>
                  <a:cubicBezTo>
                    <a:pt x="1093982" y="1409039"/>
                    <a:pt x="954828" y="1549400"/>
                    <a:pt x="830141" y="1700184"/>
                  </a:cubicBezTo>
                  <a:cubicBezTo>
                    <a:pt x="705209" y="1850736"/>
                    <a:pt x="594989" y="2012176"/>
                    <a:pt x="502792" y="2182300"/>
                  </a:cubicBezTo>
                  <a:cubicBezTo>
                    <a:pt x="410595" y="2352308"/>
                    <a:pt x="333847" y="2530307"/>
                    <a:pt x="280637" y="2715256"/>
                  </a:cubicBezTo>
                  <a:cubicBezTo>
                    <a:pt x="227306" y="2899741"/>
                    <a:pt x="199719" y="3091521"/>
                    <a:pt x="199843" y="3283418"/>
                  </a:cubicBezTo>
                  <a:cubicBezTo>
                    <a:pt x="200946" y="3377687"/>
                    <a:pt x="210754" y="3471261"/>
                    <a:pt x="233926" y="3561593"/>
                  </a:cubicBezTo>
                  <a:cubicBezTo>
                    <a:pt x="256730" y="3652040"/>
                    <a:pt x="292162" y="3738550"/>
                    <a:pt x="334582" y="3821816"/>
                  </a:cubicBezTo>
                  <a:cubicBezTo>
                    <a:pt x="356038" y="3863392"/>
                    <a:pt x="379823" y="3904157"/>
                    <a:pt x="404834" y="3944343"/>
                  </a:cubicBezTo>
                  <a:cubicBezTo>
                    <a:pt x="430212" y="3984413"/>
                    <a:pt x="457308" y="4023905"/>
                    <a:pt x="485506" y="4062932"/>
                  </a:cubicBezTo>
                  <a:cubicBezTo>
                    <a:pt x="542639" y="4140757"/>
                    <a:pt x="606146" y="4216265"/>
                    <a:pt x="671861" y="4292120"/>
                  </a:cubicBezTo>
                  <a:cubicBezTo>
                    <a:pt x="737576" y="4368091"/>
                    <a:pt x="806234" y="4444062"/>
                    <a:pt x="873542" y="4523044"/>
                  </a:cubicBezTo>
                  <a:cubicBezTo>
                    <a:pt x="907258" y="4562419"/>
                    <a:pt x="940606" y="4602721"/>
                    <a:pt x="973831" y="4643601"/>
                  </a:cubicBezTo>
                  <a:lnTo>
                    <a:pt x="1022014" y="4702780"/>
                  </a:lnTo>
                  <a:cubicBezTo>
                    <a:pt x="1037829" y="4721658"/>
                    <a:pt x="1052910" y="4740998"/>
                    <a:pt x="1069215" y="4759411"/>
                  </a:cubicBezTo>
                  <a:cubicBezTo>
                    <a:pt x="1196477" y="4909269"/>
                    <a:pt x="1334527" y="5047199"/>
                    <a:pt x="1474784" y="5177948"/>
                  </a:cubicBezTo>
                  <a:cubicBezTo>
                    <a:pt x="1545281" y="5243033"/>
                    <a:pt x="1617003" y="5305917"/>
                    <a:pt x="1690442" y="5366255"/>
                  </a:cubicBezTo>
                  <a:cubicBezTo>
                    <a:pt x="1763881" y="5426591"/>
                    <a:pt x="1838668" y="5484959"/>
                    <a:pt x="1916276" y="5539852"/>
                  </a:cubicBezTo>
                  <a:cubicBezTo>
                    <a:pt x="2070877" y="5649872"/>
                    <a:pt x="2237617" y="5748194"/>
                    <a:pt x="2420784" y="5814437"/>
                  </a:cubicBezTo>
                  <a:cubicBezTo>
                    <a:pt x="2512124" y="5847559"/>
                    <a:pt x="2606773" y="5872921"/>
                    <a:pt x="2703015" y="5892029"/>
                  </a:cubicBezTo>
                  <a:cubicBezTo>
                    <a:pt x="2727168" y="5896546"/>
                    <a:pt x="2751075" y="5901758"/>
                    <a:pt x="2775350" y="5905695"/>
                  </a:cubicBezTo>
                  <a:lnTo>
                    <a:pt x="2848299" y="5917161"/>
                  </a:lnTo>
                  <a:cubicBezTo>
                    <a:pt x="2897218" y="5923298"/>
                    <a:pt x="2946136" y="5929784"/>
                    <a:pt x="2995544" y="5933605"/>
                  </a:cubicBezTo>
                  <a:cubicBezTo>
                    <a:pt x="3020188" y="5935806"/>
                    <a:pt x="3044831" y="5937891"/>
                    <a:pt x="3069596" y="5938933"/>
                  </a:cubicBezTo>
                  <a:cubicBezTo>
                    <a:pt x="3094362" y="5940090"/>
                    <a:pt x="3119005" y="5941943"/>
                    <a:pt x="3143894" y="5942639"/>
                  </a:cubicBezTo>
                  <a:lnTo>
                    <a:pt x="3218436" y="5944260"/>
                  </a:lnTo>
                  <a:cubicBezTo>
                    <a:pt x="3243201" y="5944838"/>
                    <a:pt x="3268212" y="5944029"/>
                    <a:pt x="3293101" y="5943913"/>
                  </a:cubicBezTo>
                  <a:lnTo>
                    <a:pt x="3330494" y="5943565"/>
                  </a:lnTo>
                  <a:cubicBezTo>
                    <a:pt x="3342632" y="5943218"/>
                    <a:pt x="3354524" y="5942523"/>
                    <a:pt x="3366540" y="5942059"/>
                  </a:cubicBezTo>
                  <a:cubicBezTo>
                    <a:pt x="3378554" y="5941480"/>
                    <a:pt x="3390570" y="5941134"/>
                    <a:pt x="3402462" y="5940323"/>
                  </a:cubicBezTo>
                  <a:lnTo>
                    <a:pt x="3438262" y="5937543"/>
                  </a:lnTo>
                  <a:cubicBezTo>
                    <a:pt x="3485954" y="5933953"/>
                    <a:pt x="3533279" y="5927931"/>
                    <a:pt x="3580236" y="5920982"/>
                  </a:cubicBezTo>
                  <a:cubicBezTo>
                    <a:pt x="3768185" y="5891567"/>
                    <a:pt x="3948901" y="5834010"/>
                    <a:pt x="4121034" y="5753290"/>
                  </a:cubicBezTo>
                  <a:cubicBezTo>
                    <a:pt x="4293782" y="5673497"/>
                    <a:pt x="4458191" y="5571353"/>
                    <a:pt x="4620639" y="5459364"/>
                  </a:cubicBezTo>
                  <a:cubicBezTo>
                    <a:pt x="4661221" y="5431455"/>
                    <a:pt x="4701557" y="5402271"/>
                    <a:pt x="4741771" y="5372971"/>
                  </a:cubicBezTo>
                  <a:cubicBezTo>
                    <a:pt x="4782230" y="5343672"/>
                    <a:pt x="4822566" y="5313908"/>
                    <a:pt x="4862901" y="5283682"/>
                  </a:cubicBezTo>
                  <a:lnTo>
                    <a:pt x="5108229" y="5098386"/>
                  </a:lnTo>
                  <a:cubicBezTo>
                    <a:pt x="5276563" y="4972270"/>
                    <a:pt x="5446489" y="4854838"/>
                    <a:pt x="5612493" y="4739724"/>
                  </a:cubicBezTo>
                  <a:lnTo>
                    <a:pt x="5774333" y="4623488"/>
                  </a:lnTo>
                  <a:lnTo>
                    <a:pt x="5774333" y="5232926"/>
                  </a:lnTo>
                  <a:lnTo>
                    <a:pt x="5676492" y="5306859"/>
                  </a:lnTo>
                  <a:cubicBezTo>
                    <a:pt x="5592693" y="5367905"/>
                    <a:pt x="5508955" y="5427286"/>
                    <a:pt x="5426260" y="5486233"/>
                  </a:cubicBezTo>
                  <a:lnTo>
                    <a:pt x="5300225" y="5576217"/>
                  </a:lnTo>
                  <a:cubicBezTo>
                    <a:pt x="5257559" y="5606443"/>
                    <a:pt x="5214525" y="5636901"/>
                    <a:pt x="5170757" y="5666780"/>
                  </a:cubicBezTo>
                  <a:cubicBezTo>
                    <a:pt x="5127110" y="5696775"/>
                    <a:pt x="5082973" y="5726654"/>
                    <a:pt x="5038100" y="5756185"/>
                  </a:cubicBezTo>
                  <a:cubicBezTo>
                    <a:pt x="4993106" y="5785486"/>
                    <a:pt x="4947743" y="5814553"/>
                    <a:pt x="4901276" y="5843043"/>
                  </a:cubicBezTo>
                  <a:cubicBezTo>
                    <a:pt x="4808835" y="5900136"/>
                    <a:pt x="4713449" y="5955494"/>
                    <a:pt x="4614019" y="6006103"/>
                  </a:cubicBezTo>
                  <a:cubicBezTo>
                    <a:pt x="4514711" y="6056943"/>
                    <a:pt x="4411971" y="6104192"/>
                    <a:pt x="4305061" y="6144726"/>
                  </a:cubicBezTo>
                  <a:cubicBezTo>
                    <a:pt x="4092223" y="6226952"/>
                    <a:pt x="3863569" y="6282424"/>
                    <a:pt x="3632710" y="6304196"/>
                  </a:cubicBezTo>
                  <a:cubicBezTo>
                    <a:pt x="3574964" y="6309408"/>
                    <a:pt x="3517218" y="6313345"/>
                    <a:pt x="3459594" y="6314504"/>
                  </a:cubicBezTo>
                  <a:lnTo>
                    <a:pt x="3416315" y="6315429"/>
                  </a:lnTo>
                  <a:cubicBezTo>
                    <a:pt x="3401971" y="6315546"/>
                    <a:pt x="3387505" y="6315198"/>
                    <a:pt x="3373159" y="6315198"/>
                  </a:cubicBezTo>
                  <a:lnTo>
                    <a:pt x="3330127" y="6314735"/>
                  </a:lnTo>
                  <a:lnTo>
                    <a:pt x="3288320" y="6313230"/>
                  </a:lnTo>
                  <a:cubicBezTo>
                    <a:pt x="3176996" y="6309870"/>
                    <a:pt x="3065428" y="6301533"/>
                    <a:pt x="2954350" y="6288098"/>
                  </a:cubicBezTo>
                  <a:cubicBezTo>
                    <a:pt x="2843150" y="6275360"/>
                    <a:pt x="2732194" y="6257061"/>
                    <a:pt x="2622466" y="6232742"/>
                  </a:cubicBezTo>
                  <a:cubicBezTo>
                    <a:pt x="2512859" y="6208190"/>
                    <a:pt x="2404110" y="6179122"/>
                    <a:pt x="2296466" y="6146001"/>
                  </a:cubicBezTo>
                  <a:cubicBezTo>
                    <a:pt x="2081544" y="6079179"/>
                    <a:pt x="1869073" y="5996027"/>
                    <a:pt x="1672419" y="5885197"/>
                  </a:cubicBezTo>
                  <a:cubicBezTo>
                    <a:pt x="1475643" y="5774599"/>
                    <a:pt x="1299954" y="5634353"/>
                    <a:pt x="1146578" y="5479168"/>
                  </a:cubicBezTo>
                  <a:cubicBezTo>
                    <a:pt x="1069461" y="5401692"/>
                    <a:pt x="999333" y="5319235"/>
                    <a:pt x="933372" y="5234810"/>
                  </a:cubicBezTo>
                  <a:cubicBezTo>
                    <a:pt x="867781" y="5150038"/>
                    <a:pt x="805375" y="5063991"/>
                    <a:pt x="747140" y="4976091"/>
                  </a:cubicBezTo>
                  <a:cubicBezTo>
                    <a:pt x="732182" y="4954319"/>
                    <a:pt x="718082" y="4932199"/>
                    <a:pt x="703616" y="4910196"/>
                  </a:cubicBezTo>
                  <a:lnTo>
                    <a:pt x="662053" y="4846269"/>
                  </a:lnTo>
                  <a:cubicBezTo>
                    <a:pt x="635449" y="4804925"/>
                    <a:pt x="607864" y="4763928"/>
                    <a:pt x="580033" y="4722352"/>
                  </a:cubicBezTo>
                  <a:lnTo>
                    <a:pt x="410105" y="4469193"/>
                  </a:lnTo>
                  <a:cubicBezTo>
                    <a:pt x="353095" y="4382915"/>
                    <a:pt x="296820" y="4294089"/>
                    <a:pt x="244224" y="4201556"/>
                  </a:cubicBezTo>
                  <a:cubicBezTo>
                    <a:pt x="217987" y="4155232"/>
                    <a:pt x="192609" y="4108098"/>
                    <a:pt x="169437" y="4059690"/>
                  </a:cubicBezTo>
                  <a:cubicBezTo>
                    <a:pt x="146388" y="4011165"/>
                    <a:pt x="124932" y="3961715"/>
                    <a:pt x="105929" y="3911221"/>
                  </a:cubicBezTo>
                  <a:cubicBezTo>
                    <a:pt x="87293" y="3860613"/>
                    <a:pt x="70742" y="3809309"/>
                    <a:pt x="57256" y="3757195"/>
                  </a:cubicBezTo>
                  <a:cubicBezTo>
                    <a:pt x="50881" y="3731138"/>
                    <a:pt x="44383" y="3704965"/>
                    <a:pt x="39111" y="3678677"/>
                  </a:cubicBezTo>
                  <a:lnTo>
                    <a:pt x="31142" y="3639300"/>
                  </a:lnTo>
                  <a:lnTo>
                    <a:pt x="24521" y="3599809"/>
                  </a:lnTo>
                  <a:cubicBezTo>
                    <a:pt x="7234" y="3494423"/>
                    <a:pt x="0" y="3388457"/>
                    <a:pt x="0" y="3283418"/>
                  </a:cubicBezTo>
                  <a:cubicBezTo>
                    <a:pt x="491" y="3076698"/>
                    <a:pt x="23418" y="2869978"/>
                    <a:pt x="68045" y="2666963"/>
                  </a:cubicBezTo>
                  <a:cubicBezTo>
                    <a:pt x="112550" y="2464064"/>
                    <a:pt x="180717" y="2265104"/>
                    <a:pt x="272546" y="2076334"/>
                  </a:cubicBezTo>
                  <a:cubicBezTo>
                    <a:pt x="457062" y="1698794"/>
                    <a:pt x="724457" y="1360978"/>
                    <a:pt x="1039300" y="1073307"/>
                  </a:cubicBezTo>
                  <a:cubicBezTo>
                    <a:pt x="1197090" y="929472"/>
                    <a:pt x="1367630" y="798259"/>
                    <a:pt x="1547733" y="680365"/>
                  </a:cubicBezTo>
                  <a:cubicBezTo>
                    <a:pt x="1728081" y="562587"/>
                    <a:pt x="1917870" y="457663"/>
                    <a:pt x="2115995" y="368373"/>
                  </a:cubicBezTo>
                  <a:cubicBezTo>
                    <a:pt x="2512737" y="191070"/>
                    <a:pt x="2939883" y="73870"/>
                    <a:pt x="3377451" y="24304"/>
                  </a:cubicBezTo>
                  <a:cubicBezTo>
                    <a:pt x="3486812" y="12086"/>
                    <a:pt x="3596971" y="4500"/>
                    <a:pt x="3707237" y="148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EC18CE1F-9DF1-47AF-9E66-6CE348AC2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464911 h 6229400"/>
                <a:gd name="connsiteX4" fmla="*/ 5660063 w 5769111"/>
                <a:gd name="connsiteY4" fmla="*/ 1328105 h 6229400"/>
                <a:gd name="connsiteX5" fmla="*/ 4910471 w 5769111"/>
                <a:gd name="connsiteY5" fmla="*/ 781599 h 6229400"/>
                <a:gd name="connsiteX6" fmla="*/ 3882695 w 5769111"/>
                <a:gd name="connsiteY6" fmla="*/ 579048 h 6229400"/>
                <a:gd name="connsiteX7" fmla="*/ 2683153 w 5769111"/>
                <a:gd name="connsiteY7" fmla="*/ 797003 h 6229400"/>
                <a:gd name="connsiteX8" fmla="*/ 1617493 w 5769111"/>
                <a:gd name="connsiteY8" fmla="*/ 1395738 h 6229400"/>
                <a:gd name="connsiteX9" fmla="*/ 880408 w 5769111"/>
                <a:gd name="connsiteY9" fmla="*/ 2259099 h 6229400"/>
                <a:gd name="connsiteX10" fmla="*/ 613135 w 5769111"/>
                <a:gd name="connsiteY10" fmla="*/ 3263863 h 6229400"/>
                <a:gd name="connsiteX11" fmla="*/ 1055484 w 5769111"/>
                <a:gd name="connsiteY11" fmla="*/ 4196825 h 6229400"/>
                <a:gd name="connsiteX12" fmla="*/ 1278376 w 5769111"/>
                <a:gd name="connsiteY12" fmla="*/ 4492950 h 6229400"/>
                <a:gd name="connsiteX13" fmla="*/ 3369851 w 5769111"/>
                <a:gd name="connsiteY13" fmla="*/ 5650468 h 6229400"/>
                <a:gd name="connsiteX14" fmla="*/ 4957551 w 5769111"/>
                <a:gd name="connsiteY14" fmla="*/ 4938355 h 6229400"/>
                <a:gd name="connsiteX15" fmla="*/ 5150773 w 5769111"/>
                <a:gd name="connsiteY15" fmla="*/ 4796950 h 6229400"/>
                <a:gd name="connsiteX16" fmla="*/ 5747247 w 5769111"/>
                <a:gd name="connsiteY16" fmla="*/ 4338176 h 6229400"/>
                <a:gd name="connsiteX17" fmla="*/ 5769111 w 5769111"/>
                <a:gd name="connsiteY17" fmla="*/ 4318497 h 6229400"/>
                <a:gd name="connsiteX18" fmla="*/ 5769111 w 5769111"/>
                <a:gd name="connsiteY18" fmla="*/ 5074612 h 6229400"/>
                <a:gd name="connsiteX19" fmla="*/ 5636252 w 5769111"/>
                <a:gd name="connsiteY19" fmla="*/ 5174208 h 6229400"/>
                <a:gd name="connsiteX20" fmla="*/ 5334922 w 5769111"/>
                <a:gd name="connsiteY20" fmla="*/ 5394528 h 6229400"/>
                <a:gd name="connsiteX21" fmla="*/ 3369727 w 5769111"/>
                <a:gd name="connsiteY21" fmla="*/ 6229400 h 6229400"/>
                <a:gd name="connsiteX22" fmla="*/ 771046 w 5769111"/>
                <a:gd name="connsiteY22" fmla="*/ 4817913 h 6229400"/>
                <a:gd name="connsiteX23" fmla="*/ 0 w 5769111"/>
                <a:gd name="connsiteY23" fmla="*/ 3263748 h 6229400"/>
                <a:gd name="connsiteX24" fmla="*/ 3882695 w 5769111"/>
                <a:gd name="connsiteY24"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769111" h="6229400">
                  <a:moveTo>
                    <a:pt x="3882695" y="0"/>
                  </a:moveTo>
                  <a:cubicBezTo>
                    <a:pt x="4601253" y="0"/>
                    <a:pt x="5210727" y="205477"/>
                    <a:pt x="5691883" y="557381"/>
                  </a:cubicBezTo>
                  <a:lnTo>
                    <a:pt x="5769111" y="620523"/>
                  </a:lnTo>
                  <a:lnTo>
                    <a:pt x="5769111" y="1464911"/>
                  </a:lnTo>
                  <a:lnTo>
                    <a:pt x="5660063" y="1328105"/>
                  </a:lnTo>
                  <a:cubicBezTo>
                    <a:pt x="5449800" y="1091506"/>
                    <a:pt x="5197607" y="907600"/>
                    <a:pt x="4910471" y="781599"/>
                  </a:cubicBezTo>
                  <a:cubicBezTo>
                    <a:pt x="4604088" y="647260"/>
                    <a:pt x="4258349" y="579048"/>
                    <a:pt x="3882695" y="579048"/>
                  </a:cubicBezTo>
                  <a:cubicBezTo>
                    <a:pt x="3484238" y="579048"/>
                    <a:pt x="3080631" y="652240"/>
                    <a:pt x="2683153" y="797003"/>
                  </a:cubicBezTo>
                  <a:cubicBezTo>
                    <a:pt x="2296098" y="937595"/>
                    <a:pt x="1927678" y="1144662"/>
                    <a:pt x="1617493" y="1395738"/>
                  </a:cubicBezTo>
                  <a:cubicBezTo>
                    <a:pt x="1301915" y="1651098"/>
                    <a:pt x="1053890" y="1941665"/>
                    <a:pt x="880408" y="2259099"/>
                  </a:cubicBezTo>
                  <a:cubicBezTo>
                    <a:pt x="703125" y="2583597"/>
                    <a:pt x="613135" y="2921645"/>
                    <a:pt x="613135" y="3263863"/>
                  </a:cubicBezTo>
                  <a:cubicBezTo>
                    <a:pt x="613135" y="3608512"/>
                    <a:pt x="756702" y="3809789"/>
                    <a:pt x="1055484" y="4196825"/>
                  </a:cubicBezTo>
                  <a:cubicBezTo>
                    <a:pt x="1127574" y="4290167"/>
                    <a:pt x="1202116" y="4386753"/>
                    <a:pt x="1278376" y="4492950"/>
                  </a:cubicBezTo>
                  <a:cubicBezTo>
                    <a:pt x="1861105" y="5304313"/>
                    <a:pt x="2486623" y="5650468"/>
                    <a:pt x="3369851" y="5650468"/>
                  </a:cubicBezTo>
                  <a:cubicBezTo>
                    <a:pt x="3949515" y="5650468"/>
                    <a:pt x="4374822" y="5368471"/>
                    <a:pt x="4957551" y="4938355"/>
                  </a:cubicBezTo>
                  <a:cubicBezTo>
                    <a:pt x="5022653" y="4890293"/>
                    <a:pt x="5087755" y="4842811"/>
                    <a:pt x="5150773" y="4796950"/>
                  </a:cubicBezTo>
                  <a:cubicBezTo>
                    <a:pt x="5364254" y="4641404"/>
                    <a:pt x="5570313" y="4491241"/>
                    <a:pt x="5747247" y="4338176"/>
                  </a:cubicBezTo>
                  <a:lnTo>
                    <a:pt x="5769111" y="4318497"/>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5BD26A8C-8D1D-41E6-A71E-FE9AC75F3F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675390 h 6229400"/>
                <a:gd name="connsiteX4" fmla="*/ 5711488 w 5769111"/>
                <a:gd name="connsiteY4" fmla="*/ 1585205 h 6229400"/>
                <a:gd name="connsiteX5" fmla="*/ 5566027 w 5769111"/>
                <a:gd name="connsiteY5" fmla="*/ 1402571 h 6229400"/>
                <a:gd name="connsiteX6" fmla="*/ 4858734 w 5769111"/>
                <a:gd name="connsiteY6" fmla="*/ 886639 h 6229400"/>
                <a:gd name="connsiteX7" fmla="*/ 3882695 w 5769111"/>
                <a:gd name="connsiteY7" fmla="*/ 694858 h 6229400"/>
                <a:gd name="connsiteX8" fmla="*/ 2727046 w 5769111"/>
                <a:gd name="connsiteY8" fmla="*/ 905053 h 6229400"/>
                <a:gd name="connsiteX9" fmla="*/ 1697186 w 5769111"/>
                <a:gd name="connsiteY9" fmla="*/ 1483638 h 6229400"/>
                <a:gd name="connsiteX10" fmla="*/ 989279 w 5769111"/>
                <a:gd name="connsiteY10" fmla="*/ 2312139 h 6229400"/>
                <a:gd name="connsiteX11" fmla="*/ 735615 w 5769111"/>
                <a:gd name="connsiteY11" fmla="*/ 3263863 h 6229400"/>
                <a:gd name="connsiteX12" fmla="*/ 1154424 w 5769111"/>
                <a:gd name="connsiteY12" fmla="*/ 4128614 h 6229400"/>
                <a:gd name="connsiteX13" fmla="*/ 1379768 w 5769111"/>
                <a:gd name="connsiteY13" fmla="*/ 4427981 h 6229400"/>
                <a:gd name="connsiteX14" fmla="*/ 2239456 w 5769111"/>
                <a:gd name="connsiteY14" fmla="*/ 5256947 h 6229400"/>
                <a:gd name="connsiteX15" fmla="*/ 3369727 w 5769111"/>
                <a:gd name="connsiteY15" fmla="*/ 5534658 h 6229400"/>
                <a:gd name="connsiteX16" fmla="*/ 4096760 w 5769111"/>
                <a:gd name="connsiteY16" fmla="*/ 5357817 h 6229400"/>
                <a:gd name="connsiteX17" fmla="*/ 4881905 w 5769111"/>
                <a:gd name="connsiteY17" fmla="*/ 4847212 h 6229400"/>
                <a:gd name="connsiteX18" fmla="*/ 5075739 w 5769111"/>
                <a:gd name="connsiteY18" fmla="*/ 4705346 h 6229400"/>
                <a:gd name="connsiteX19" fmla="*/ 5759930 w 5769111"/>
                <a:gd name="connsiteY19" fmla="*/ 4166809 h 6229400"/>
                <a:gd name="connsiteX20" fmla="*/ 5769111 w 5769111"/>
                <a:gd name="connsiteY20" fmla="*/ 4157764 h 6229400"/>
                <a:gd name="connsiteX21" fmla="*/ 5769111 w 5769111"/>
                <a:gd name="connsiteY21" fmla="*/ 5074612 h 6229400"/>
                <a:gd name="connsiteX22" fmla="*/ 5636252 w 5769111"/>
                <a:gd name="connsiteY22" fmla="*/ 5174208 h 6229400"/>
                <a:gd name="connsiteX23" fmla="*/ 5334922 w 5769111"/>
                <a:gd name="connsiteY23" fmla="*/ 5394528 h 6229400"/>
                <a:gd name="connsiteX24" fmla="*/ 3369727 w 5769111"/>
                <a:gd name="connsiteY24" fmla="*/ 6229400 h 6229400"/>
                <a:gd name="connsiteX25" fmla="*/ 771046 w 5769111"/>
                <a:gd name="connsiteY25" fmla="*/ 4817913 h 6229400"/>
                <a:gd name="connsiteX26" fmla="*/ 0 w 5769111"/>
                <a:gd name="connsiteY26" fmla="*/ 3263748 h 6229400"/>
                <a:gd name="connsiteX27" fmla="*/ 3882695 w 5769111"/>
                <a:gd name="connsiteY27"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769111" h="6229400">
                  <a:moveTo>
                    <a:pt x="3882695" y="0"/>
                  </a:moveTo>
                  <a:cubicBezTo>
                    <a:pt x="4601253" y="0"/>
                    <a:pt x="5210727" y="205477"/>
                    <a:pt x="5691883" y="557381"/>
                  </a:cubicBezTo>
                  <a:lnTo>
                    <a:pt x="5769111" y="620523"/>
                  </a:lnTo>
                  <a:lnTo>
                    <a:pt x="5769111" y="1675390"/>
                  </a:lnTo>
                  <a:lnTo>
                    <a:pt x="5711488" y="1585205"/>
                  </a:lnTo>
                  <a:cubicBezTo>
                    <a:pt x="5665942" y="1521390"/>
                    <a:pt x="5617428" y="1460432"/>
                    <a:pt x="5566027" y="1402571"/>
                  </a:cubicBezTo>
                  <a:cubicBezTo>
                    <a:pt x="5367411" y="1179058"/>
                    <a:pt x="5129563" y="1005460"/>
                    <a:pt x="4858734" y="886639"/>
                  </a:cubicBezTo>
                  <a:cubicBezTo>
                    <a:pt x="4568779" y="759363"/>
                    <a:pt x="4240327" y="694858"/>
                    <a:pt x="3882695" y="694858"/>
                  </a:cubicBezTo>
                  <a:cubicBezTo>
                    <a:pt x="3504835" y="694858"/>
                    <a:pt x="3105151" y="767471"/>
                    <a:pt x="2727046" y="905053"/>
                  </a:cubicBezTo>
                  <a:cubicBezTo>
                    <a:pt x="2352985" y="1041013"/>
                    <a:pt x="1996826" y="1241132"/>
                    <a:pt x="1697186" y="1483638"/>
                  </a:cubicBezTo>
                  <a:cubicBezTo>
                    <a:pt x="1397913" y="1725796"/>
                    <a:pt x="1153199" y="2012308"/>
                    <a:pt x="989279" y="2312139"/>
                  </a:cubicBezTo>
                  <a:cubicBezTo>
                    <a:pt x="820946" y="2620077"/>
                    <a:pt x="735615" y="2940290"/>
                    <a:pt x="735615" y="3263863"/>
                  </a:cubicBezTo>
                  <a:cubicBezTo>
                    <a:pt x="735615" y="3573074"/>
                    <a:pt x="863980" y="3752464"/>
                    <a:pt x="1154424" y="4128614"/>
                  </a:cubicBezTo>
                  <a:cubicBezTo>
                    <a:pt x="1227127" y="4222767"/>
                    <a:pt x="1302282" y="4320162"/>
                    <a:pt x="1379768" y="4427981"/>
                  </a:cubicBezTo>
                  <a:cubicBezTo>
                    <a:pt x="1653784" y="4809458"/>
                    <a:pt x="1934912" y="5080685"/>
                    <a:pt x="2239456" y="5256947"/>
                  </a:cubicBezTo>
                  <a:cubicBezTo>
                    <a:pt x="2562268" y="5443863"/>
                    <a:pt x="2932037" y="5534658"/>
                    <a:pt x="3369727" y="5534658"/>
                  </a:cubicBezTo>
                  <a:cubicBezTo>
                    <a:pt x="3618120" y="5534658"/>
                    <a:pt x="3849103" y="5478491"/>
                    <a:pt x="4096760" y="5357817"/>
                  </a:cubicBezTo>
                  <a:cubicBezTo>
                    <a:pt x="4351037" y="5233901"/>
                    <a:pt x="4602740" y="5053238"/>
                    <a:pt x="4881905" y="4847212"/>
                  </a:cubicBezTo>
                  <a:cubicBezTo>
                    <a:pt x="4947375" y="4798920"/>
                    <a:pt x="5012599" y="4751322"/>
                    <a:pt x="5075739" y="4705346"/>
                  </a:cubicBezTo>
                  <a:cubicBezTo>
                    <a:pt x="5327320" y="4521990"/>
                    <a:pt x="5568418" y="4346256"/>
                    <a:pt x="5759930" y="4166809"/>
                  </a:cubicBezTo>
                  <a:lnTo>
                    <a:pt x="5769111" y="4157764"/>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Graphic 6" descr="Brain in head">
            <a:extLst>
              <a:ext uri="{FF2B5EF4-FFF2-40B4-BE49-F238E27FC236}">
                <a16:creationId xmlns:a16="http://schemas.microsoft.com/office/drawing/2014/main" id="{8A83A01F-8B48-0887-B9E3-952A6FD61D8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121726" y="1629089"/>
            <a:ext cx="3620021" cy="3620021"/>
          </a:xfrm>
          <a:prstGeom prst="rect">
            <a:avLst/>
          </a:prstGeom>
        </p:spPr>
      </p:pic>
    </p:spTree>
    <p:extLst>
      <p:ext uri="{BB962C8B-B14F-4D97-AF65-F5344CB8AC3E}">
        <p14:creationId xmlns:p14="http://schemas.microsoft.com/office/powerpoint/2010/main" val="20315098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3ECB1C-001E-AA69-1A3C-ED5BC6598B67}"/>
              </a:ext>
            </a:extLst>
          </p:cNvPr>
          <p:cNvSpPr>
            <a:spLocks noGrp="1"/>
          </p:cNvSpPr>
          <p:nvPr>
            <p:ph type="title"/>
          </p:nvPr>
        </p:nvSpPr>
        <p:spPr>
          <a:xfrm>
            <a:off x="841248" y="256032"/>
            <a:ext cx="10506456" cy="1014984"/>
          </a:xfrm>
        </p:spPr>
        <p:txBody>
          <a:bodyPr anchor="b">
            <a:normAutofit/>
          </a:bodyPr>
          <a:lstStyle/>
          <a:p>
            <a:r>
              <a:rPr lang="en-GB"/>
              <a:t>Solution: Locked</a:t>
            </a:r>
            <a:endParaRPr lang="en-GB" dirty="0"/>
          </a:p>
        </p:txBody>
      </p:sp>
      <p:sp>
        <p:nvSpPr>
          <p:cNvPr id="16" name="Rectangle 15">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7" name="Rectangle 16">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18" name="Content Placeholder 2">
            <a:extLst>
              <a:ext uri="{FF2B5EF4-FFF2-40B4-BE49-F238E27FC236}">
                <a16:creationId xmlns:a16="http://schemas.microsoft.com/office/drawing/2014/main" id="{CDA82DE0-830D-CA02-9BBC-ECB19E25CE57}"/>
              </a:ext>
            </a:extLst>
          </p:cNvPr>
          <p:cNvGraphicFramePr>
            <a:graphicFrameLocks noGrp="1"/>
          </p:cNvGraphicFramePr>
          <p:nvPr>
            <p:ph idx="1"/>
            <p:extLst>
              <p:ext uri="{D42A27DB-BD31-4B8C-83A1-F6EECF244321}">
                <p14:modId xmlns:p14="http://schemas.microsoft.com/office/powerpoint/2010/main" val="4028490461"/>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419060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A816279-8DFA-7A4A-64F3-41AD39C95366}"/>
              </a:ext>
            </a:extLst>
          </p:cNvPr>
          <p:cNvPicPr>
            <a:picLocks noChangeAspect="1"/>
          </p:cNvPicPr>
          <p:nvPr/>
        </p:nvPicPr>
        <p:blipFill>
          <a:blip r:embed="rId2">
            <a:duotone>
              <a:schemeClr val="bg2">
                <a:shade val="45000"/>
                <a:satMod val="135000"/>
              </a:schemeClr>
              <a:prstClr val="white"/>
            </a:duotone>
          </a:blip>
          <a:srcRect t="23677" r="9091"/>
          <a:stretch>
            <a:fillRect/>
          </a:stretch>
        </p:blipFill>
        <p:spPr>
          <a:xfrm>
            <a:off x="20" y="0"/>
            <a:ext cx="12191980" cy="6857990"/>
          </a:xfrm>
          <a:prstGeom prst="rect">
            <a:avLst/>
          </a:prstGeom>
        </p:spPr>
      </p:pic>
      <p:sp>
        <p:nvSpPr>
          <p:cNvPr id="15" name="Rectangle 14">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39F7373A-E9E6-73B6-0034-BCF400EC6340}"/>
              </a:ext>
            </a:extLst>
          </p:cNvPr>
          <p:cNvGraphicFramePr>
            <a:graphicFrameLocks noGrp="1"/>
          </p:cNvGraphicFramePr>
          <p:nvPr>
            <p:ph idx="1"/>
            <p:extLst>
              <p:ext uri="{D42A27DB-BD31-4B8C-83A1-F6EECF244321}">
                <p14:modId xmlns:p14="http://schemas.microsoft.com/office/powerpoint/2010/main" val="2891255820"/>
              </p:ext>
            </p:extLst>
          </p:nvPr>
        </p:nvGraphicFramePr>
        <p:xfrm>
          <a:off x="376766" y="874712"/>
          <a:ext cx="11438467" cy="510857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001565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4CF47221-2603-6777-4F53-7621EA8D8450}"/>
              </a:ext>
            </a:extLst>
          </p:cNvPr>
          <p:cNvPicPr>
            <a:picLocks noChangeAspect="1"/>
          </p:cNvPicPr>
          <p:nvPr/>
        </p:nvPicPr>
        <p:blipFill>
          <a:blip r:embed="rId2"/>
          <a:srcRect r="2667"/>
          <a:stretch>
            <a:fillRect/>
          </a:stretch>
        </p:blipFill>
        <p:spPr>
          <a:xfrm>
            <a:off x="0" y="0"/>
            <a:ext cx="12191980" cy="6857990"/>
          </a:xfrm>
          <a:prstGeom prst="rect">
            <a:avLst/>
          </a:prstGeom>
        </p:spPr>
      </p:pic>
      <p:sp>
        <p:nvSpPr>
          <p:cNvPr id="21" name="Rectangle 20">
            <a:extLst>
              <a:ext uri="{FF2B5EF4-FFF2-40B4-BE49-F238E27FC236}">
                <a16:creationId xmlns:a16="http://schemas.microsoft.com/office/drawing/2014/main" id="{257363FD-7E77-4145-9483-331A807A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6802" cy="6858000"/>
          </a:xfrm>
          <a:prstGeom prst="rect">
            <a:avLst/>
          </a:prstGeom>
          <a:gradFill flip="none" rotWithShape="1">
            <a:gsLst>
              <a:gs pos="28000">
                <a:schemeClr val="bg2">
                  <a:alpha val="84000"/>
                </a:schemeClr>
              </a:gs>
              <a:gs pos="74000">
                <a:schemeClr val="bg1"/>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9E40699-00ED-9C6C-F324-960C5E1DB057}"/>
              </a:ext>
            </a:extLst>
          </p:cNvPr>
          <p:cNvSpPr>
            <a:spLocks noGrp="1"/>
          </p:cNvSpPr>
          <p:nvPr>
            <p:ph type="title"/>
          </p:nvPr>
        </p:nvSpPr>
        <p:spPr>
          <a:xfrm>
            <a:off x="838200" y="365125"/>
            <a:ext cx="10515600" cy="1325563"/>
          </a:xfrm>
        </p:spPr>
        <p:txBody>
          <a:bodyPr>
            <a:normAutofit/>
          </a:bodyPr>
          <a:lstStyle/>
          <a:p>
            <a:r>
              <a:rPr lang="en-GB" dirty="0"/>
              <a:t>States </a:t>
            </a:r>
          </a:p>
        </p:txBody>
      </p:sp>
      <p:graphicFrame>
        <p:nvGraphicFramePr>
          <p:cNvPr id="5" name="Content Placeholder 2">
            <a:extLst>
              <a:ext uri="{FF2B5EF4-FFF2-40B4-BE49-F238E27FC236}">
                <a16:creationId xmlns:a16="http://schemas.microsoft.com/office/drawing/2014/main" id="{7BAC24A7-803C-AE1E-7EEC-369CC9AF2158}"/>
              </a:ext>
            </a:extLst>
          </p:cNvPr>
          <p:cNvGraphicFramePr>
            <a:graphicFrameLocks noGrp="1"/>
          </p:cNvGraphicFramePr>
          <p:nvPr>
            <p:ph idx="1"/>
            <p:extLst>
              <p:ext uri="{D42A27DB-BD31-4B8C-83A1-F6EECF244321}">
                <p14:modId xmlns:p14="http://schemas.microsoft.com/office/powerpoint/2010/main" val="941900475"/>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742018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DDBB197-D710-4A4F-A9CA-FD2177498B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75D1CFA-2CDB-4B64-BD9F-85744E8DA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C1CF3B1-2B78-CA7A-9636-E004EFCAFD82}"/>
              </a:ext>
            </a:extLst>
          </p:cNvPr>
          <p:cNvSpPr>
            <a:spLocks noGrp="1"/>
          </p:cNvSpPr>
          <p:nvPr>
            <p:ph type="title"/>
          </p:nvPr>
        </p:nvSpPr>
        <p:spPr>
          <a:xfrm>
            <a:off x="804672" y="802955"/>
            <a:ext cx="4977976" cy="1454051"/>
          </a:xfrm>
        </p:spPr>
        <p:txBody>
          <a:bodyPr>
            <a:normAutofit/>
          </a:bodyPr>
          <a:lstStyle/>
          <a:p>
            <a:r>
              <a:rPr lang="en-GB" sz="3600">
                <a:solidFill>
                  <a:schemeClr val="tx2"/>
                </a:solidFill>
              </a:rPr>
              <a:t>Outputs</a:t>
            </a:r>
          </a:p>
        </p:txBody>
      </p:sp>
      <p:sp>
        <p:nvSpPr>
          <p:cNvPr id="26" name="Content Placeholder 2">
            <a:extLst>
              <a:ext uri="{FF2B5EF4-FFF2-40B4-BE49-F238E27FC236}">
                <a16:creationId xmlns:a16="http://schemas.microsoft.com/office/drawing/2014/main" id="{75200D72-AAAE-0901-3A8B-FDE07F0D918D}"/>
              </a:ext>
            </a:extLst>
          </p:cNvPr>
          <p:cNvSpPr>
            <a:spLocks noGrp="1"/>
          </p:cNvSpPr>
          <p:nvPr>
            <p:ph idx="1"/>
          </p:nvPr>
        </p:nvSpPr>
        <p:spPr>
          <a:xfrm>
            <a:off x="804672" y="2421682"/>
            <a:ext cx="4977578" cy="3639289"/>
          </a:xfrm>
        </p:spPr>
        <p:txBody>
          <a:bodyPr anchor="ctr">
            <a:normAutofit/>
          </a:bodyPr>
          <a:lstStyle/>
          <a:p>
            <a:r>
              <a:rPr lang="en-GB" sz="1800">
                <a:solidFill>
                  <a:schemeClr val="tx2"/>
                </a:solidFill>
              </a:rPr>
              <a:t>Locked-In: Green light illuminated</a:t>
            </a:r>
          </a:p>
          <a:p>
            <a:r>
              <a:rPr lang="en-GB" sz="1800">
                <a:solidFill>
                  <a:schemeClr val="tx2"/>
                </a:solidFill>
              </a:rPr>
              <a:t>Distracted: Yellow light illuminated</a:t>
            </a:r>
          </a:p>
          <a:p>
            <a:r>
              <a:rPr lang="en-GB" sz="1800">
                <a:solidFill>
                  <a:schemeClr val="tx2"/>
                </a:solidFill>
              </a:rPr>
              <a:t>Distracted for over a certain amount of time: Red light illuminated and vibrations on device using vibration pad</a:t>
            </a:r>
          </a:p>
          <a:p>
            <a:endParaRPr lang="en-GB" sz="1800">
              <a:solidFill>
                <a:schemeClr val="tx2"/>
              </a:solidFill>
            </a:endParaRPr>
          </a:p>
        </p:txBody>
      </p:sp>
      <p:grpSp>
        <p:nvGrpSpPr>
          <p:cNvPr id="27" name="Group 26">
            <a:extLst>
              <a:ext uri="{FF2B5EF4-FFF2-40B4-BE49-F238E27FC236}">
                <a16:creationId xmlns:a16="http://schemas.microsoft.com/office/drawing/2014/main" id="{25EE5136-01F1-466C-962D-BA9B4C6757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369897" y="0"/>
            <a:ext cx="5822103" cy="6685267"/>
            <a:chOff x="6357228" y="0"/>
            <a:chExt cx="5822103" cy="6685267"/>
          </a:xfrm>
        </p:grpSpPr>
        <p:sp>
          <p:nvSpPr>
            <p:cNvPr id="28" name="Freeform: Shape 27">
              <a:extLst>
                <a:ext uri="{FF2B5EF4-FFF2-40B4-BE49-F238E27FC236}">
                  <a16:creationId xmlns:a16="http://schemas.microsoft.com/office/drawing/2014/main" id="{E11D3AD4-AF9B-4EB5-8C7B-C45D173B4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57228" y="0"/>
              <a:ext cx="5822102" cy="6685267"/>
            </a:xfrm>
            <a:custGeom>
              <a:avLst/>
              <a:gdLst>
                <a:gd name="connsiteX0" fmla="*/ 2605444 w 5822102"/>
                <a:gd name="connsiteY0" fmla="*/ 0 h 6685267"/>
                <a:gd name="connsiteX1" fmla="*/ 4757391 w 5822102"/>
                <a:gd name="connsiteY1" fmla="*/ 0 h 6685267"/>
                <a:gd name="connsiteX2" fmla="*/ 4913680 w 5822102"/>
                <a:gd name="connsiteY2" fmla="*/ 56274 h 6685267"/>
                <a:gd name="connsiteX3" fmla="*/ 5376238 w 5822102"/>
                <a:gd name="connsiteY3" fmla="*/ 282027 h 6685267"/>
                <a:gd name="connsiteX4" fmla="*/ 5658024 w 5822102"/>
                <a:gd name="connsiteY4" fmla="*/ 471014 h 6685267"/>
                <a:gd name="connsiteX5" fmla="*/ 5822102 w 5822102"/>
                <a:gd name="connsiteY5" fmla="*/ 609109 h 6685267"/>
                <a:gd name="connsiteX6" fmla="*/ 5822102 w 5822102"/>
                <a:gd name="connsiteY6" fmla="*/ 760697 h 6685267"/>
                <a:gd name="connsiteX7" fmla="*/ 5707785 w 5822102"/>
                <a:gd name="connsiteY7" fmla="*/ 666601 h 6685267"/>
                <a:gd name="connsiteX8" fmla="*/ 5577306 w 5822102"/>
                <a:gd name="connsiteY8" fmla="*/ 571666 h 6685267"/>
                <a:gd name="connsiteX9" fmla="*/ 5298630 w 5822102"/>
                <a:gd name="connsiteY9" fmla="*/ 407449 h 6685267"/>
                <a:gd name="connsiteX10" fmla="*/ 4690768 w 5822102"/>
                <a:gd name="connsiteY10" fmla="*/ 184979 h 6685267"/>
                <a:gd name="connsiteX11" fmla="*/ 4048577 w 5822102"/>
                <a:gd name="connsiteY11" fmla="*/ 99280 h 6685267"/>
                <a:gd name="connsiteX12" fmla="*/ 3405404 w 5822102"/>
                <a:gd name="connsiteY12" fmla="*/ 131937 h 6685267"/>
                <a:gd name="connsiteX13" fmla="*/ 3089702 w 5822102"/>
                <a:gd name="connsiteY13" fmla="*/ 190190 h 6685267"/>
                <a:gd name="connsiteX14" fmla="*/ 2780132 w 5822102"/>
                <a:gd name="connsiteY14" fmla="*/ 273457 h 6685267"/>
                <a:gd name="connsiteX15" fmla="*/ 2478040 w 5822102"/>
                <a:gd name="connsiteY15" fmla="*/ 379654 h 6685267"/>
                <a:gd name="connsiteX16" fmla="*/ 2184897 w 5822102"/>
                <a:gd name="connsiteY16" fmla="*/ 507972 h 6685267"/>
                <a:gd name="connsiteX17" fmla="*/ 1629141 w 5822102"/>
                <a:gd name="connsiteY17" fmla="*/ 823205 h 6685267"/>
                <a:gd name="connsiteX18" fmla="*/ 1497711 w 5822102"/>
                <a:gd name="connsiteY18" fmla="*/ 914000 h 6685267"/>
                <a:gd name="connsiteX19" fmla="*/ 1433099 w 5822102"/>
                <a:gd name="connsiteY19" fmla="*/ 960903 h 6685267"/>
                <a:gd name="connsiteX20" fmla="*/ 1369346 w 5822102"/>
                <a:gd name="connsiteY20" fmla="*/ 1008963 h 6685267"/>
                <a:gd name="connsiteX21" fmla="*/ 1123406 w 5822102"/>
                <a:gd name="connsiteY21" fmla="*/ 1212905 h 6685267"/>
                <a:gd name="connsiteX22" fmla="*/ 684367 w 5822102"/>
                <a:gd name="connsiteY22" fmla="*/ 1675564 h 6685267"/>
                <a:gd name="connsiteX23" fmla="*/ 497153 w 5822102"/>
                <a:gd name="connsiteY23" fmla="*/ 1933588 h 6685267"/>
                <a:gd name="connsiteX24" fmla="*/ 337770 w 5822102"/>
                <a:gd name="connsiteY24" fmla="*/ 2208983 h 6685267"/>
                <a:gd name="connsiteX25" fmla="*/ 302461 w 5822102"/>
                <a:gd name="connsiteY25" fmla="*/ 2280207 h 6685267"/>
                <a:gd name="connsiteX26" fmla="*/ 285296 w 5822102"/>
                <a:gd name="connsiteY26" fmla="*/ 2316107 h 6685267"/>
                <a:gd name="connsiteX27" fmla="*/ 268991 w 5822102"/>
                <a:gd name="connsiteY27" fmla="*/ 2352355 h 6685267"/>
                <a:gd name="connsiteX28" fmla="*/ 237849 w 5822102"/>
                <a:gd name="connsiteY28" fmla="*/ 2425432 h 6685267"/>
                <a:gd name="connsiteX29" fmla="*/ 208670 w 5822102"/>
                <a:gd name="connsiteY29" fmla="*/ 2499319 h 6685267"/>
                <a:gd name="connsiteX30" fmla="*/ 113775 w 5822102"/>
                <a:gd name="connsiteY30" fmla="*/ 2801929 h 6685267"/>
                <a:gd name="connsiteX31" fmla="*/ 36781 w 5822102"/>
                <a:gd name="connsiteY31" fmla="*/ 3428922 h 6685267"/>
                <a:gd name="connsiteX32" fmla="*/ 69148 w 5822102"/>
                <a:gd name="connsiteY32" fmla="*/ 3741955 h 6685267"/>
                <a:gd name="connsiteX33" fmla="*/ 167966 w 5822102"/>
                <a:gd name="connsiteY33" fmla="*/ 4041323 h 6685267"/>
                <a:gd name="connsiteX34" fmla="*/ 202049 w 5822102"/>
                <a:gd name="connsiteY34" fmla="*/ 4112894 h 6685267"/>
                <a:gd name="connsiteX35" fmla="*/ 239933 w 5822102"/>
                <a:gd name="connsiteY35" fmla="*/ 4182843 h 6685267"/>
                <a:gd name="connsiteX36" fmla="*/ 323916 w 5822102"/>
                <a:gd name="connsiteY36" fmla="*/ 4318456 h 6685267"/>
                <a:gd name="connsiteX37" fmla="*/ 416604 w 5822102"/>
                <a:gd name="connsiteY37" fmla="*/ 4449436 h 6685267"/>
                <a:gd name="connsiteX38" fmla="*/ 515911 w 5822102"/>
                <a:gd name="connsiteY38" fmla="*/ 4576711 h 6685267"/>
                <a:gd name="connsiteX39" fmla="*/ 722619 w 5822102"/>
                <a:gd name="connsiteY39" fmla="*/ 4828482 h 6685267"/>
                <a:gd name="connsiteX40" fmla="*/ 825972 w 5822102"/>
                <a:gd name="connsiteY40" fmla="*/ 4956104 h 6685267"/>
                <a:gd name="connsiteX41" fmla="*/ 926506 w 5822102"/>
                <a:gd name="connsiteY41" fmla="*/ 5085347 h 6685267"/>
                <a:gd name="connsiteX42" fmla="*/ 1027040 w 5822102"/>
                <a:gd name="connsiteY42" fmla="*/ 5210191 h 6685267"/>
                <a:gd name="connsiteX43" fmla="*/ 1132110 w 5822102"/>
                <a:gd name="connsiteY43" fmla="*/ 5330748 h 6685267"/>
                <a:gd name="connsiteX44" fmla="*/ 1354880 w 5822102"/>
                <a:gd name="connsiteY44" fmla="*/ 5558083 h 6685267"/>
                <a:gd name="connsiteX45" fmla="*/ 1855220 w 5822102"/>
                <a:gd name="connsiteY45" fmla="*/ 5937591 h 6685267"/>
                <a:gd name="connsiteX46" fmla="*/ 2131810 w 5822102"/>
                <a:gd name="connsiteY46" fmla="*/ 6080268 h 6685267"/>
                <a:gd name="connsiteX47" fmla="*/ 2423726 w 5822102"/>
                <a:gd name="connsiteY47" fmla="*/ 6188087 h 6685267"/>
                <a:gd name="connsiteX48" fmla="*/ 2727780 w 5822102"/>
                <a:gd name="connsiteY48" fmla="*/ 6262552 h 6685267"/>
                <a:gd name="connsiteX49" fmla="*/ 3041276 w 5822102"/>
                <a:gd name="connsiteY49" fmla="*/ 6304245 h 6685267"/>
                <a:gd name="connsiteX50" fmla="*/ 3360532 w 5822102"/>
                <a:gd name="connsiteY50" fmla="*/ 6317331 h 6685267"/>
                <a:gd name="connsiteX51" fmla="*/ 3439855 w 5822102"/>
                <a:gd name="connsiteY51" fmla="*/ 6316751 h 6685267"/>
                <a:gd name="connsiteX52" fmla="*/ 3478721 w 5822102"/>
                <a:gd name="connsiteY52" fmla="*/ 6315826 h 6685267"/>
                <a:gd name="connsiteX53" fmla="*/ 3517463 w 5822102"/>
                <a:gd name="connsiteY53" fmla="*/ 6313971 h 6685267"/>
                <a:gd name="connsiteX54" fmla="*/ 3671452 w 5822102"/>
                <a:gd name="connsiteY54" fmla="*/ 6301233 h 6685267"/>
                <a:gd name="connsiteX55" fmla="*/ 4265460 w 5822102"/>
                <a:gd name="connsiteY55" fmla="*/ 6149638 h 6685267"/>
                <a:gd name="connsiteX56" fmla="*/ 4546587 w 5822102"/>
                <a:gd name="connsiteY56" fmla="*/ 6018079 h 6685267"/>
                <a:gd name="connsiteX57" fmla="*/ 4818030 w 5822102"/>
                <a:gd name="connsiteY57" fmla="*/ 5858029 h 6685267"/>
                <a:gd name="connsiteX58" fmla="*/ 5081870 w 5822102"/>
                <a:gd name="connsiteY58" fmla="*/ 5676903 h 6685267"/>
                <a:gd name="connsiteX59" fmla="*/ 5212073 w 5822102"/>
                <a:gd name="connsiteY59" fmla="*/ 5581013 h 6685267"/>
                <a:gd name="connsiteX60" fmla="*/ 5343625 w 5822102"/>
                <a:gd name="connsiteY60" fmla="*/ 5481533 h 6685267"/>
                <a:gd name="connsiteX61" fmla="*/ 5610378 w 5822102"/>
                <a:gd name="connsiteY61" fmla="*/ 5284425 h 6685267"/>
                <a:gd name="connsiteX62" fmla="*/ 5822102 w 5822102"/>
                <a:gd name="connsiteY62" fmla="*/ 5126414 h 6685267"/>
                <a:gd name="connsiteX63" fmla="*/ 5822102 w 5822102"/>
                <a:gd name="connsiteY63" fmla="*/ 5556641 h 6685267"/>
                <a:gd name="connsiteX64" fmla="*/ 5576325 w 5822102"/>
                <a:gd name="connsiteY64" fmla="*/ 5749979 h 6685267"/>
                <a:gd name="connsiteX65" fmla="*/ 5447715 w 5822102"/>
                <a:gd name="connsiteY65" fmla="*/ 5852818 h 6685267"/>
                <a:gd name="connsiteX66" fmla="*/ 5315059 w 5822102"/>
                <a:gd name="connsiteY66" fmla="*/ 5956236 h 6685267"/>
                <a:gd name="connsiteX67" fmla="*/ 5038468 w 5822102"/>
                <a:gd name="connsiteY67" fmla="*/ 6155776 h 6685267"/>
                <a:gd name="connsiteX68" fmla="*/ 4741892 w 5822102"/>
                <a:gd name="connsiteY68" fmla="*/ 6338292 h 6685267"/>
                <a:gd name="connsiteX69" fmla="*/ 4420920 w 5822102"/>
                <a:gd name="connsiteY69" fmla="*/ 6492203 h 6685267"/>
                <a:gd name="connsiteX70" fmla="*/ 3717672 w 5822102"/>
                <a:gd name="connsiteY70" fmla="*/ 6670434 h 6685267"/>
                <a:gd name="connsiteX71" fmla="*/ 3535853 w 5822102"/>
                <a:gd name="connsiteY71" fmla="*/ 6683289 h 6685267"/>
                <a:gd name="connsiteX72" fmla="*/ 3490367 w 5822102"/>
                <a:gd name="connsiteY72" fmla="*/ 6684910 h 6685267"/>
                <a:gd name="connsiteX73" fmla="*/ 3445005 w 5822102"/>
                <a:gd name="connsiteY73" fmla="*/ 6685142 h 6685267"/>
                <a:gd name="connsiteX74" fmla="*/ 3355872 w 5822102"/>
                <a:gd name="connsiteY74" fmla="*/ 6684100 h 6685267"/>
                <a:gd name="connsiteX75" fmla="*/ 3179203 w 5822102"/>
                <a:gd name="connsiteY75" fmla="*/ 6677150 h 6685267"/>
                <a:gd name="connsiteX76" fmla="*/ 3002410 w 5822102"/>
                <a:gd name="connsiteY76" fmla="*/ 6661169 h 6685267"/>
                <a:gd name="connsiteX77" fmla="*/ 2650296 w 5822102"/>
                <a:gd name="connsiteY77" fmla="*/ 6604191 h 6685267"/>
                <a:gd name="connsiteX78" fmla="*/ 2306028 w 5822102"/>
                <a:gd name="connsiteY78" fmla="*/ 6505869 h 6685267"/>
                <a:gd name="connsiteX79" fmla="*/ 1978803 w 5822102"/>
                <a:gd name="connsiteY79" fmla="*/ 6363307 h 6685267"/>
                <a:gd name="connsiteX80" fmla="*/ 1678428 w 5822102"/>
                <a:gd name="connsiteY80" fmla="*/ 6177779 h 6685267"/>
                <a:gd name="connsiteX81" fmla="*/ 1175880 w 5822102"/>
                <a:gd name="connsiteY81" fmla="*/ 5710373 h 6685267"/>
                <a:gd name="connsiteX82" fmla="*/ 971502 w 5822102"/>
                <a:gd name="connsiteY82" fmla="*/ 5445399 h 6685267"/>
                <a:gd name="connsiteX83" fmla="*/ 790909 w 5822102"/>
                <a:gd name="connsiteY83" fmla="*/ 5169078 h 6685267"/>
                <a:gd name="connsiteX84" fmla="*/ 706680 w 5822102"/>
                <a:gd name="connsiteY84" fmla="*/ 5031959 h 6685267"/>
                <a:gd name="connsiteX85" fmla="*/ 619143 w 5822102"/>
                <a:gd name="connsiteY85" fmla="*/ 4897157 h 6685267"/>
                <a:gd name="connsiteX86" fmla="*/ 436465 w 5822102"/>
                <a:gd name="connsiteY86" fmla="*/ 4628710 h 6685267"/>
                <a:gd name="connsiteX87" fmla="*/ 347088 w 5822102"/>
                <a:gd name="connsiteY87" fmla="*/ 4492171 h 6685267"/>
                <a:gd name="connsiteX88" fmla="*/ 262001 w 5822102"/>
                <a:gd name="connsiteY88" fmla="*/ 4352619 h 6685267"/>
                <a:gd name="connsiteX89" fmla="*/ 118679 w 5822102"/>
                <a:gd name="connsiteY89" fmla="*/ 4059853 h 6685267"/>
                <a:gd name="connsiteX90" fmla="*/ 28322 w 5822102"/>
                <a:gd name="connsiteY90" fmla="*/ 3749136 h 6685267"/>
                <a:gd name="connsiteX91" fmla="*/ 0 w 5822102"/>
                <a:gd name="connsiteY91" fmla="*/ 3428922 h 6685267"/>
                <a:gd name="connsiteX92" fmla="*/ 253052 w 5822102"/>
                <a:gd name="connsiteY92" fmla="*/ 2174356 h 6685267"/>
                <a:gd name="connsiteX93" fmla="*/ 389141 w 5822102"/>
                <a:gd name="connsiteY93" fmla="*/ 1877652 h 6685267"/>
                <a:gd name="connsiteX94" fmla="*/ 552079 w 5822102"/>
                <a:gd name="connsiteY94" fmla="*/ 1591834 h 6685267"/>
                <a:gd name="connsiteX95" fmla="*/ 954950 w 5822102"/>
                <a:gd name="connsiteY95" fmla="*/ 1061773 h 6685267"/>
                <a:gd name="connsiteX96" fmla="*/ 1192922 w 5822102"/>
                <a:gd name="connsiteY96" fmla="*/ 822626 h 6685267"/>
                <a:gd name="connsiteX97" fmla="*/ 1255939 w 5822102"/>
                <a:gd name="connsiteY97" fmla="*/ 765880 h 6685267"/>
                <a:gd name="connsiteX98" fmla="*/ 1320183 w 5822102"/>
                <a:gd name="connsiteY98" fmla="*/ 710291 h 6685267"/>
                <a:gd name="connsiteX99" fmla="*/ 1452961 w 5822102"/>
                <a:gd name="connsiteY99" fmla="*/ 603514 h 6685267"/>
                <a:gd name="connsiteX100" fmla="*/ 2033360 w 5822102"/>
                <a:gd name="connsiteY100" fmla="*/ 235818 h 6685267"/>
                <a:gd name="connsiteX101" fmla="*/ 2512513 w 5822102"/>
                <a:gd name="connsiteY101" fmla="*/ 30012 h 66852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822102" h="6685267">
                  <a:moveTo>
                    <a:pt x="2605444" y="0"/>
                  </a:moveTo>
                  <a:lnTo>
                    <a:pt x="4757391" y="0"/>
                  </a:lnTo>
                  <a:lnTo>
                    <a:pt x="4913680" y="56274"/>
                  </a:lnTo>
                  <a:cubicBezTo>
                    <a:pt x="5074659" y="119278"/>
                    <a:pt x="5229483" y="195083"/>
                    <a:pt x="5376238" y="282027"/>
                  </a:cubicBezTo>
                  <a:cubicBezTo>
                    <a:pt x="5474014" y="340105"/>
                    <a:pt x="5568080" y="403280"/>
                    <a:pt x="5658024" y="471014"/>
                  </a:cubicBezTo>
                  <a:lnTo>
                    <a:pt x="5822102" y="609109"/>
                  </a:lnTo>
                  <a:lnTo>
                    <a:pt x="5822102" y="760697"/>
                  </a:lnTo>
                  <a:lnTo>
                    <a:pt x="5707785" y="666601"/>
                  </a:lnTo>
                  <a:cubicBezTo>
                    <a:pt x="5665273" y="633682"/>
                    <a:pt x="5621749" y="602008"/>
                    <a:pt x="5577306" y="571666"/>
                  </a:cubicBezTo>
                  <a:cubicBezTo>
                    <a:pt x="5487929" y="511562"/>
                    <a:pt x="5395118" y="456089"/>
                    <a:pt x="5298630" y="407449"/>
                  </a:cubicBezTo>
                  <a:cubicBezTo>
                    <a:pt x="5106266" y="309010"/>
                    <a:pt x="4901153" y="235355"/>
                    <a:pt x="4690768" y="184979"/>
                  </a:cubicBezTo>
                  <a:cubicBezTo>
                    <a:pt x="4480382" y="134486"/>
                    <a:pt x="4264724" y="106807"/>
                    <a:pt x="4048577" y="99280"/>
                  </a:cubicBezTo>
                  <a:cubicBezTo>
                    <a:pt x="3832182" y="90709"/>
                    <a:pt x="3617997" y="102290"/>
                    <a:pt x="3405404" y="131937"/>
                  </a:cubicBezTo>
                  <a:cubicBezTo>
                    <a:pt x="3299353" y="147340"/>
                    <a:pt x="3193915" y="166449"/>
                    <a:pt x="3089702" y="190190"/>
                  </a:cubicBezTo>
                  <a:cubicBezTo>
                    <a:pt x="2985491" y="214278"/>
                    <a:pt x="2882137" y="241725"/>
                    <a:pt x="2780132" y="273457"/>
                  </a:cubicBezTo>
                  <a:cubicBezTo>
                    <a:pt x="2678126" y="305073"/>
                    <a:pt x="2577348" y="340510"/>
                    <a:pt x="2478040" y="379654"/>
                  </a:cubicBezTo>
                  <a:cubicBezTo>
                    <a:pt x="2378854" y="418914"/>
                    <a:pt x="2281017" y="461763"/>
                    <a:pt x="2184897" y="507972"/>
                  </a:cubicBezTo>
                  <a:cubicBezTo>
                    <a:pt x="1992657" y="600271"/>
                    <a:pt x="1806791" y="705542"/>
                    <a:pt x="1629141" y="823205"/>
                  </a:cubicBezTo>
                  <a:cubicBezTo>
                    <a:pt x="1584882" y="852736"/>
                    <a:pt x="1540745" y="882731"/>
                    <a:pt x="1497711" y="914000"/>
                  </a:cubicBezTo>
                  <a:cubicBezTo>
                    <a:pt x="1475888" y="929286"/>
                    <a:pt x="1454555" y="945153"/>
                    <a:pt x="1433099" y="960903"/>
                  </a:cubicBezTo>
                  <a:cubicBezTo>
                    <a:pt x="1411521" y="976537"/>
                    <a:pt x="1390311" y="992634"/>
                    <a:pt x="1369346" y="1008963"/>
                  </a:cubicBezTo>
                  <a:cubicBezTo>
                    <a:pt x="1285119" y="1074165"/>
                    <a:pt x="1202730" y="1141797"/>
                    <a:pt x="1123406" y="1212905"/>
                  </a:cubicBezTo>
                  <a:cubicBezTo>
                    <a:pt x="964391" y="1354656"/>
                    <a:pt x="816900" y="1509261"/>
                    <a:pt x="684367" y="1675564"/>
                  </a:cubicBezTo>
                  <a:cubicBezTo>
                    <a:pt x="618161" y="1758716"/>
                    <a:pt x="555512" y="1844763"/>
                    <a:pt x="497153" y="1933588"/>
                  </a:cubicBezTo>
                  <a:cubicBezTo>
                    <a:pt x="439775" y="2022877"/>
                    <a:pt x="385584" y="2114367"/>
                    <a:pt x="337770" y="2208983"/>
                  </a:cubicBezTo>
                  <a:cubicBezTo>
                    <a:pt x="325388" y="2232493"/>
                    <a:pt x="313862" y="2256349"/>
                    <a:pt x="302461" y="2280207"/>
                  </a:cubicBezTo>
                  <a:lnTo>
                    <a:pt x="285296" y="2316107"/>
                  </a:lnTo>
                  <a:lnTo>
                    <a:pt x="268991" y="2352355"/>
                  </a:lnTo>
                  <a:cubicBezTo>
                    <a:pt x="258324" y="2376560"/>
                    <a:pt x="247535" y="2400764"/>
                    <a:pt x="237849" y="2425432"/>
                  </a:cubicBezTo>
                  <a:cubicBezTo>
                    <a:pt x="228163" y="2450099"/>
                    <a:pt x="217498" y="2474419"/>
                    <a:pt x="208670" y="2499319"/>
                  </a:cubicBezTo>
                  <a:cubicBezTo>
                    <a:pt x="170909" y="2598219"/>
                    <a:pt x="138908" y="2699206"/>
                    <a:pt x="113775" y="2801929"/>
                  </a:cubicBezTo>
                  <a:cubicBezTo>
                    <a:pt x="62773" y="3006911"/>
                    <a:pt x="36659" y="3217917"/>
                    <a:pt x="36781" y="3428922"/>
                  </a:cubicBezTo>
                  <a:cubicBezTo>
                    <a:pt x="37394" y="3534078"/>
                    <a:pt x="47816" y="3639001"/>
                    <a:pt x="69148" y="3741955"/>
                  </a:cubicBezTo>
                  <a:cubicBezTo>
                    <a:pt x="91585" y="3844679"/>
                    <a:pt x="124074" y="3945202"/>
                    <a:pt x="167966" y="4041323"/>
                  </a:cubicBezTo>
                  <a:cubicBezTo>
                    <a:pt x="178387" y="4065528"/>
                    <a:pt x="190525" y="4089153"/>
                    <a:pt x="202049" y="4112894"/>
                  </a:cubicBezTo>
                  <a:cubicBezTo>
                    <a:pt x="214555" y="4136288"/>
                    <a:pt x="226447" y="4159912"/>
                    <a:pt x="239933" y="4182843"/>
                  </a:cubicBezTo>
                  <a:cubicBezTo>
                    <a:pt x="265680" y="4229167"/>
                    <a:pt x="294368" y="4274101"/>
                    <a:pt x="323916" y="4318456"/>
                  </a:cubicBezTo>
                  <a:cubicBezTo>
                    <a:pt x="353341" y="4362927"/>
                    <a:pt x="384849" y="4406240"/>
                    <a:pt x="416604" y="4449436"/>
                  </a:cubicBezTo>
                  <a:cubicBezTo>
                    <a:pt x="448847" y="4492286"/>
                    <a:pt x="482319" y="4534557"/>
                    <a:pt x="515911" y="4576711"/>
                  </a:cubicBezTo>
                  <a:cubicBezTo>
                    <a:pt x="583219" y="4661137"/>
                    <a:pt x="653594" y="4743825"/>
                    <a:pt x="722619" y="4828482"/>
                  </a:cubicBezTo>
                  <a:cubicBezTo>
                    <a:pt x="757315" y="4870637"/>
                    <a:pt x="791889" y="4913138"/>
                    <a:pt x="825972" y="4956104"/>
                  </a:cubicBezTo>
                  <a:cubicBezTo>
                    <a:pt x="859934" y="4998722"/>
                    <a:pt x="893649" y="5044004"/>
                    <a:pt x="926506" y="5085347"/>
                  </a:cubicBezTo>
                  <a:cubicBezTo>
                    <a:pt x="959119" y="5127734"/>
                    <a:pt x="993324" y="5168847"/>
                    <a:pt x="1027040" y="5210191"/>
                  </a:cubicBezTo>
                  <a:cubicBezTo>
                    <a:pt x="1061737" y="5250840"/>
                    <a:pt x="1096188" y="5291488"/>
                    <a:pt x="1132110" y="5330748"/>
                  </a:cubicBezTo>
                  <a:cubicBezTo>
                    <a:pt x="1203465" y="5409731"/>
                    <a:pt x="1277639" y="5485818"/>
                    <a:pt x="1354880" y="5558083"/>
                  </a:cubicBezTo>
                  <a:cubicBezTo>
                    <a:pt x="1509603" y="5702266"/>
                    <a:pt x="1676588" y="5830930"/>
                    <a:pt x="1855220" y="5937591"/>
                  </a:cubicBezTo>
                  <a:cubicBezTo>
                    <a:pt x="1944720" y="5990632"/>
                    <a:pt x="2036549" y="6039272"/>
                    <a:pt x="2131810" y="6080268"/>
                  </a:cubicBezTo>
                  <a:cubicBezTo>
                    <a:pt x="2226460" y="6122423"/>
                    <a:pt x="2324173" y="6157977"/>
                    <a:pt x="2423726" y="6188087"/>
                  </a:cubicBezTo>
                  <a:cubicBezTo>
                    <a:pt x="2523280" y="6218313"/>
                    <a:pt x="2624794" y="6242749"/>
                    <a:pt x="2727780" y="6262552"/>
                  </a:cubicBezTo>
                  <a:cubicBezTo>
                    <a:pt x="2830890" y="6282008"/>
                    <a:pt x="2935714" y="6295326"/>
                    <a:pt x="3041276" y="6304245"/>
                  </a:cubicBezTo>
                  <a:cubicBezTo>
                    <a:pt x="3146836" y="6313277"/>
                    <a:pt x="3253499" y="6317215"/>
                    <a:pt x="3360532" y="6317331"/>
                  </a:cubicBezTo>
                  <a:cubicBezTo>
                    <a:pt x="3387259" y="6317331"/>
                    <a:pt x="3414354" y="6317794"/>
                    <a:pt x="3439855" y="6316751"/>
                  </a:cubicBezTo>
                  <a:lnTo>
                    <a:pt x="3478721" y="6315826"/>
                  </a:lnTo>
                  <a:lnTo>
                    <a:pt x="3517463" y="6313971"/>
                  </a:lnTo>
                  <a:cubicBezTo>
                    <a:pt x="3569078" y="6311772"/>
                    <a:pt x="3620449" y="6306907"/>
                    <a:pt x="3671452" y="6301233"/>
                  </a:cubicBezTo>
                  <a:cubicBezTo>
                    <a:pt x="3875707" y="6277608"/>
                    <a:pt x="4074445" y="6225841"/>
                    <a:pt x="4265460" y="6149638"/>
                  </a:cubicBezTo>
                  <a:cubicBezTo>
                    <a:pt x="4361212" y="6111884"/>
                    <a:pt x="4454636" y="6067065"/>
                    <a:pt x="4546587" y="6018079"/>
                  </a:cubicBezTo>
                  <a:cubicBezTo>
                    <a:pt x="4638662" y="5969322"/>
                    <a:pt x="4729020" y="5915240"/>
                    <a:pt x="4818030" y="5858029"/>
                  </a:cubicBezTo>
                  <a:cubicBezTo>
                    <a:pt x="4907038" y="5800703"/>
                    <a:pt x="4994577" y="5739672"/>
                    <a:pt x="5081870" y="5676903"/>
                  </a:cubicBezTo>
                  <a:cubicBezTo>
                    <a:pt x="5125392" y="5645519"/>
                    <a:pt x="5168794" y="5613324"/>
                    <a:pt x="5212073" y="5581013"/>
                  </a:cubicBezTo>
                  <a:lnTo>
                    <a:pt x="5343625" y="5481533"/>
                  </a:lnTo>
                  <a:cubicBezTo>
                    <a:pt x="5432696" y="5414768"/>
                    <a:pt x="5521951" y="5349452"/>
                    <a:pt x="5610378" y="5284425"/>
                  </a:cubicBezTo>
                  <a:lnTo>
                    <a:pt x="5822102" y="5126414"/>
                  </a:lnTo>
                  <a:lnTo>
                    <a:pt x="5822102" y="5556641"/>
                  </a:lnTo>
                  <a:lnTo>
                    <a:pt x="5576325" y="5749979"/>
                  </a:lnTo>
                  <a:lnTo>
                    <a:pt x="5447715" y="5852818"/>
                  </a:lnTo>
                  <a:cubicBezTo>
                    <a:pt x="5403945" y="5887445"/>
                    <a:pt x="5359932" y="5922073"/>
                    <a:pt x="5315059" y="5956236"/>
                  </a:cubicBezTo>
                  <a:cubicBezTo>
                    <a:pt x="5225682" y="6024680"/>
                    <a:pt x="5133976" y="6091734"/>
                    <a:pt x="5038468" y="6155776"/>
                  </a:cubicBezTo>
                  <a:cubicBezTo>
                    <a:pt x="4943084" y="6219703"/>
                    <a:pt x="4845002" y="6281777"/>
                    <a:pt x="4741892" y="6338292"/>
                  </a:cubicBezTo>
                  <a:cubicBezTo>
                    <a:pt x="4638784" y="6394692"/>
                    <a:pt x="4532120" y="6447038"/>
                    <a:pt x="4420920" y="6492203"/>
                  </a:cubicBezTo>
                  <a:cubicBezTo>
                    <a:pt x="4199255" y="6583693"/>
                    <a:pt x="3959813" y="6644840"/>
                    <a:pt x="3717672" y="6670434"/>
                  </a:cubicBezTo>
                  <a:cubicBezTo>
                    <a:pt x="3657106" y="6676456"/>
                    <a:pt x="3596419" y="6681321"/>
                    <a:pt x="3535853" y="6683289"/>
                  </a:cubicBezTo>
                  <a:lnTo>
                    <a:pt x="3490367" y="6684910"/>
                  </a:lnTo>
                  <a:lnTo>
                    <a:pt x="3445005" y="6685142"/>
                  </a:lnTo>
                  <a:cubicBezTo>
                    <a:pt x="3414354" y="6685605"/>
                    <a:pt x="3385297" y="6684679"/>
                    <a:pt x="3355872" y="6684100"/>
                  </a:cubicBezTo>
                  <a:cubicBezTo>
                    <a:pt x="3297146" y="6683405"/>
                    <a:pt x="3238052" y="6680047"/>
                    <a:pt x="3179203" y="6677150"/>
                  </a:cubicBezTo>
                  <a:cubicBezTo>
                    <a:pt x="3120232" y="6672519"/>
                    <a:pt x="3061259" y="6668233"/>
                    <a:pt x="3002410" y="6661169"/>
                  </a:cubicBezTo>
                  <a:cubicBezTo>
                    <a:pt x="2884589" y="6647851"/>
                    <a:pt x="2766891" y="6629669"/>
                    <a:pt x="2650296" y="6604191"/>
                  </a:cubicBezTo>
                  <a:cubicBezTo>
                    <a:pt x="2533702" y="6578713"/>
                    <a:pt x="2418456" y="6545938"/>
                    <a:pt x="2306028" y="6505869"/>
                  </a:cubicBezTo>
                  <a:cubicBezTo>
                    <a:pt x="2193602" y="6465683"/>
                    <a:pt x="2084118" y="6417738"/>
                    <a:pt x="1978803" y="6363307"/>
                  </a:cubicBezTo>
                  <a:cubicBezTo>
                    <a:pt x="1873855" y="6308066"/>
                    <a:pt x="1773077" y="6246340"/>
                    <a:pt x="1678428" y="6177779"/>
                  </a:cubicBezTo>
                  <a:cubicBezTo>
                    <a:pt x="1488393" y="6041356"/>
                    <a:pt x="1321900" y="5881423"/>
                    <a:pt x="1175880" y="5710373"/>
                  </a:cubicBezTo>
                  <a:cubicBezTo>
                    <a:pt x="1103177" y="5624441"/>
                    <a:pt x="1035501" y="5535732"/>
                    <a:pt x="971502" y="5445399"/>
                  </a:cubicBezTo>
                  <a:cubicBezTo>
                    <a:pt x="907380" y="5355069"/>
                    <a:pt x="847550" y="5262768"/>
                    <a:pt x="790909" y="5169078"/>
                  </a:cubicBezTo>
                  <a:cubicBezTo>
                    <a:pt x="761974" y="5121712"/>
                    <a:pt x="735492" y="5077357"/>
                    <a:pt x="706680" y="5031959"/>
                  </a:cubicBezTo>
                  <a:cubicBezTo>
                    <a:pt x="678114" y="4986910"/>
                    <a:pt x="649058" y="4941860"/>
                    <a:pt x="619143" y="4897157"/>
                  </a:cubicBezTo>
                  <a:lnTo>
                    <a:pt x="436465" y="4628710"/>
                  </a:lnTo>
                  <a:cubicBezTo>
                    <a:pt x="406182" y="4583544"/>
                    <a:pt x="376267" y="4538147"/>
                    <a:pt x="347088" y="4492171"/>
                  </a:cubicBezTo>
                  <a:cubicBezTo>
                    <a:pt x="317908" y="4446194"/>
                    <a:pt x="288974" y="4400102"/>
                    <a:pt x="262001" y="4352619"/>
                  </a:cubicBezTo>
                  <a:cubicBezTo>
                    <a:pt x="207934" y="4258119"/>
                    <a:pt x="158280" y="4160840"/>
                    <a:pt x="118679" y="4059853"/>
                  </a:cubicBezTo>
                  <a:cubicBezTo>
                    <a:pt x="78343" y="3959214"/>
                    <a:pt x="48429" y="3854870"/>
                    <a:pt x="28322" y="3749136"/>
                  </a:cubicBezTo>
                  <a:cubicBezTo>
                    <a:pt x="9073" y="3643402"/>
                    <a:pt x="0" y="3536046"/>
                    <a:pt x="0" y="3428922"/>
                  </a:cubicBezTo>
                  <a:cubicBezTo>
                    <a:pt x="1594" y="3001816"/>
                    <a:pt x="89010" y="2575868"/>
                    <a:pt x="253052" y="2174356"/>
                  </a:cubicBezTo>
                  <a:cubicBezTo>
                    <a:pt x="294246" y="2074066"/>
                    <a:pt x="338873" y="1974700"/>
                    <a:pt x="389141" y="1877652"/>
                  </a:cubicBezTo>
                  <a:cubicBezTo>
                    <a:pt x="438672" y="1780256"/>
                    <a:pt x="493230" y="1684945"/>
                    <a:pt x="552079" y="1591834"/>
                  </a:cubicBezTo>
                  <a:cubicBezTo>
                    <a:pt x="669900" y="1405728"/>
                    <a:pt x="804394" y="1227729"/>
                    <a:pt x="954950" y="1061773"/>
                  </a:cubicBezTo>
                  <a:cubicBezTo>
                    <a:pt x="1030597" y="979085"/>
                    <a:pt x="1109552" y="898829"/>
                    <a:pt x="1192922" y="822626"/>
                  </a:cubicBezTo>
                  <a:cubicBezTo>
                    <a:pt x="1213642" y="803402"/>
                    <a:pt x="1234483" y="784409"/>
                    <a:pt x="1255939" y="765880"/>
                  </a:cubicBezTo>
                  <a:cubicBezTo>
                    <a:pt x="1277273" y="747234"/>
                    <a:pt x="1298237" y="728241"/>
                    <a:pt x="1320183" y="710291"/>
                  </a:cubicBezTo>
                  <a:cubicBezTo>
                    <a:pt x="1363585" y="673811"/>
                    <a:pt x="1408088" y="638489"/>
                    <a:pt x="1452961" y="603514"/>
                  </a:cubicBezTo>
                  <a:cubicBezTo>
                    <a:pt x="1633310" y="464543"/>
                    <a:pt x="1828125" y="341437"/>
                    <a:pt x="2033360" y="235818"/>
                  </a:cubicBezTo>
                  <a:cubicBezTo>
                    <a:pt x="2187242" y="156561"/>
                    <a:pt x="2347554" y="87597"/>
                    <a:pt x="2512513" y="3001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15102EBE-A80F-4CFF-B1DD-941EF9728B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04998" y="98659"/>
              <a:ext cx="5774333" cy="6315453"/>
            </a:xfrm>
            <a:custGeom>
              <a:avLst/>
              <a:gdLst>
                <a:gd name="connsiteX0" fmla="*/ 3707237 w 5774333"/>
                <a:gd name="connsiteY0" fmla="*/ 1489 h 6315453"/>
                <a:gd name="connsiteX1" fmla="*/ 4037665 w 5774333"/>
                <a:gd name="connsiteY1" fmla="*/ 6121 h 6315453"/>
                <a:gd name="connsiteX2" fmla="*/ 4692239 w 5774333"/>
                <a:gd name="connsiteY2" fmla="*/ 102128 h 6315453"/>
                <a:gd name="connsiteX3" fmla="*/ 5315059 w 5774333"/>
                <a:gd name="connsiteY3" fmla="*/ 324945 h 6315453"/>
                <a:gd name="connsiteX4" fmla="*/ 5738325 w 5774333"/>
                <a:gd name="connsiteY4" fmla="*/ 578286 h 6315453"/>
                <a:gd name="connsiteX5" fmla="*/ 5774333 w 5774333"/>
                <a:gd name="connsiteY5" fmla="*/ 606551 h 6315453"/>
                <a:gd name="connsiteX6" fmla="*/ 5774333 w 5774333"/>
                <a:gd name="connsiteY6" fmla="*/ 975490 h 6315453"/>
                <a:gd name="connsiteX7" fmla="*/ 5676001 w 5774333"/>
                <a:gd name="connsiteY7" fmla="*/ 889749 h 6315453"/>
                <a:gd name="connsiteX8" fmla="*/ 5177132 w 5774333"/>
                <a:gd name="connsiteY8" fmla="*/ 581926 h 6315453"/>
                <a:gd name="connsiteX9" fmla="*/ 4615735 w 5774333"/>
                <a:gd name="connsiteY9" fmla="*/ 388640 h 6315453"/>
                <a:gd name="connsiteX10" fmla="*/ 4020010 w 5774333"/>
                <a:gd name="connsiteY10" fmla="*/ 308500 h 6315453"/>
                <a:gd name="connsiteX11" fmla="*/ 3416315 w 5774333"/>
                <a:gd name="connsiteY11" fmla="*/ 328882 h 6315453"/>
                <a:gd name="connsiteX12" fmla="*/ 2823779 w 5774333"/>
                <a:gd name="connsiteY12" fmla="*/ 446545 h 6315453"/>
                <a:gd name="connsiteX13" fmla="*/ 2256987 w 5774333"/>
                <a:gd name="connsiteY13" fmla="*/ 651296 h 6315453"/>
                <a:gd name="connsiteX14" fmla="*/ 1244169 w 5774333"/>
                <a:gd name="connsiteY14" fmla="*/ 1280374 h 6315453"/>
                <a:gd name="connsiteX15" fmla="*/ 830141 w 5774333"/>
                <a:gd name="connsiteY15" fmla="*/ 1700184 h 6315453"/>
                <a:gd name="connsiteX16" fmla="*/ 502792 w 5774333"/>
                <a:gd name="connsiteY16" fmla="*/ 2182300 h 6315453"/>
                <a:gd name="connsiteX17" fmla="*/ 280637 w 5774333"/>
                <a:gd name="connsiteY17" fmla="*/ 2715256 h 6315453"/>
                <a:gd name="connsiteX18" fmla="*/ 199843 w 5774333"/>
                <a:gd name="connsiteY18" fmla="*/ 3283418 h 6315453"/>
                <a:gd name="connsiteX19" fmla="*/ 233926 w 5774333"/>
                <a:gd name="connsiteY19" fmla="*/ 3561593 h 6315453"/>
                <a:gd name="connsiteX20" fmla="*/ 334582 w 5774333"/>
                <a:gd name="connsiteY20" fmla="*/ 3821816 h 6315453"/>
                <a:gd name="connsiteX21" fmla="*/ 404834 w 5774333"/>
                <a:gd name="connsiteY21" fmla="*/ 3944343 h 6315453"/>
                <a:gd name="connsiteX22" fmla="*/ 485506 w 5774333"/>
                <a:gd name="connsiteY22" fmla="*/ 4062932 h 6315453"/>
                <a:gd name="connsiteX23" fmla="*/ 671861 w 5774333"/>
                <a:gd name="connsiteY23" fmla="*/ 4292120 h 6315453"/>
                <a:gd name="connsiteX24" fmla="*/ 873542 w 5774333"/>
                <a:gd name="connsiteY24" fmla="*/ 4523044 h 6315453"/>
                <a:gd name="connsiteX25" fmla="*/ 973831 w 5774333"/>
                <a:gd name="connsiteY25" fmla="*/ 4643601 h 6315453"/>
                <a:gd name="connsiteX26" fmla="*/ 1022014 w 5774333"/>
                <a:gd name="connsiteY26" fmla="*/ 4702780 h 6315453"/>
                <a:gd name="connsiteX27" fmla="*/ 1069215 w 5774333"/>
                <a:gd name="connsiteY27" fmla="*/ 4759411 h 6315453"/>
                <a:gd name="connsiteX28" fmla="*/ 1474784 w 5774333"/>
                <a:gd name="connsiteY28" fmla="*/ 5177948 h 6315453"/>
                <a:gd name="connsiteX29" fmla="*/ 1690442 w 5774333"/>
                <a:gd name="connsiteY29" fmla="*/ 5366255 h 6315453"/>
                <a:gd name="connsiteX30" fmla="*/ 1916276 w 5774333"/>
                <a:gd name="connsiteY30" fmla="*/ 5539852 h 6315453"/>
                <a:gd name="connsiteX31" fmla="*/ 2420784 w 5774333"/>
                <a:gd name="connsiteY31" fmla="*/ 5814437 h 6315453"/>
                <a:gd name="connsiteX32" fmla="*/ 2703015 w 5774333"/>
                <a:gd name="connsiteY32" fmla="*/ 5892029 h 6315453"/>
                <a:gd name="connsiteX33" fmla="*/ 2775350 w 5774333"/>
                <a:gd name="connsiteY33" fmla="*/ 5905695 h 6315453"/>
                <a:gd name="connsiteX34" fmla="*/ 2848299 w 5774333"/>
                <a:gd name="connsiteY34" fmla="*/ 5917161 h 6315453"/>
                <a:gd name="connsiteX35" fmla="*/ 2995544 w 5774333"/>
                <a:gd name="connsiteY35" fmla="*/ 5933605 h 6315453"/>
                <a:gd name="connsiteX36" fmla="*/ 3069596 w 5774333"/>
                <a:gd name="connsiteY36" fmla="*/ 5938933 h 6315453"/>
                <a:gd name="connsiteX37" fmla="*/ 3143894 w 5774333"/>
                <a:gd name="connsiteY37" fmla="*/ 5942639 h 6315453"/>
                <a:gd name="connsiteX38" fmla="*/ 3218436 w 5774333"/>
                <a:gd name="connsiteY38" fmla="*/ 5944260 h 6315453"/>
                <a:gd name="connsiteX39" fmla="*/ 3293101 w 5774333"/>
                <a:gd name="connsiteY39" fmla="*/ 5943913 h 6315453"/>
                <a:gd name="connsiteX40" fmla="*/ 3330494 w 5774333"/>
                <a:gd name="connsiteY40" fmla="*/ 5943565 h 6315453"/>
                <a:gd name="connsiteX41" fmla="*/ 3366540 w 5774333"/>
                <a:gd name="connsiteY41" fmla="*/ 5942059 h 6315453"/>
                <a:gd name="connsiteX42" fmla="*/ 3402462 w 5774333"/>
                <a:gd name="connsiteY42" fmla="*/ 5940323 h 6315453"/>
                <a:gd name="connsiteX43" fmla="*/ 3438262 w 5774333"/>
                <a:gd name="connsiteY43" fmla="*/ 5937543 h 6315453"/>
                <a:gd name="connsiteX44" fmla="*/ 3580236 w 5774333"/>
                <a:gd name="connsiteY44" fmla="*/ 5920982 h 6315453"/>
                <a:gd name="connsiteX45" fmla="*/ 4121034 w 5774333"/>
                <a:gd name="connsiteY45" fmla="*/ 5753290 h 6315453"/>
                <a:gd name="connsiteX46" fmla="*/ 4620639 w 5774333"/>
                <a:gd name="connsiteY46" fmla="*/ 5459364 h 6315453"/>
                <a:gd name="connsiteX47" fmla="*/ 4741771 w 5774333"/>
                <a:gd name="connsiteY47" fmla="*/ 5372971 h 6315453"/>
                <a:gd name="connsiteX48" fmla="*/ 4862901 w 5774333"/>
                <a:gd name="connsiteY48" fmla="*/ 5283682 h 6315453"/>
                <a:gd name="connsiteX49" fmla="*/ 5108229 w 5774333"/>
                <a:gd name="connsiteY49" fmla="*/ 5098386 h 6315453"/>
                <a:gd name="connsiteX50" fmla="*/ 5612493 w 5774333"/>
                <a:gd name="connsiteY50" fmla="*/ 4739724 h 6315453"/>
                <a:gd name="connsiteX51" fmla="*/ 5774333 w 5774333"/>
                <a:gd name="connsiteY51" fmla="*/ 4623488 h 6315453"/>
                <a:gd name="connsiteX52" fmla="*/ 5774333 w 5774333"/>
                <a:gd name="connsiteY52" fmla="*/ 5232926 h 6315453"/>
                <a:gd name="connsiteX53" fmla="*/ 5676492 w 5774333"/>
                <a:gd name="connsiteY53" fmla="*/ 5306859 h 6315453"/>
                <a:gd name="connsiteX54" fmla="*/ 5426260 w 5774333"/>
                <a:gd name="connsiteY54" fmla="*/ 5486233 h 6315453"/>
                <a:gd name="connsiteX55" fmla="*/ 5300225 w 5774333"/>
                <a:gd name="connsiteY55" fmla="*/ 5576217 h 6315453"/>
                <a:gd name="connsiteX56" fmla="*/ 5170757 w 5774333"/>
                <a:gd name="connsiteY56" fmla="*/ 5666780 h 6315453"/>
                <a:gd name="connsiteX57" fmla="*/ 5038100 w 5774333"/>
                <a:gd name="connsiteY57" fmla="*/ 5756185 h 6315453"/>
                <a:gd name="connsiteX58" fmla="*/ 4901276 w 5774333"/>
                <a:gd name="connsiteY58" fmla="*/ 5843043 h 6315453"/>
                <a:gd name="connsiteX59" fmla="*/ 4614019 w 5774333"/>
                <a:gd name="connsiteY59" fmla="*/ 6006103 h 6315453"/>
                <a:gd name="connsiteX60" fmla="*/ 4305061 w 5774333"/>
                <a:gd name="connsiteY60" fmla="*/ 6144726 h 6315453"/>
                <a:gd name="connsiteX61" fmla="*/ 3632710 w 5774333"/>
                <a:gd name="connsiteY61" fmla="*/ 6304196 h 6315453"/>
                <a:gd name="connsiteX62" fmla="*/ 3459594 w 5774333"/>
                <a:gd name="connsiteY62" fmla="*/ 6314504 h 6315453"/>
                <a:gd name="connsiteX63" fmla="*/ 3416315 w 5774333"/>
                <a:gd name="connsiteY63" fmla="*/ 6315429 h 6315453"/>
                <a:gd name="connsiteX64" fmla="*/ 3373159 w 5774333"/>
                <a:gd name="connsiteY64" fmla="*/ 6315198 h 6315453"/>
                <a:gd name="connsiteX65" fmla="*/ 3330127 w 5774333"/>
                <a:gd name="connsiteY65" fmla="*/ 6314735 h 6315453"/>
                <a:gd name="connsiteX66" fmla="*/ 3288320 w 5774333"/>
                <a:gd name="connsiteY66" fmla="*/ 6313230 h 6315453"/>
                <a:gd name="connsiteX67" fmla="*/ 2954350 w 5774333"/>
                <a:gd name="connsiteY67" fmla="*/ 6288098 h 6315453"/>
                <a:gd name="connsiteX68" fmla="*/ 2622466 w 5774333"/>
                <a:gd name="connsiteY68" fmla="*/ 6232742 h 6315453"/>
                <a:gd name="connsiteX69" fmla="*/ 2296466 w 5774333"/>
                <a:gd name="connsiteY69" fmla="*/ 6146001 h 6315453"/>
                <a:gd name="connsiteX70" fmla="*/ 1672419 w 5774333"/>
                <a:gd name="connsiteY70" fmla="*/ 5885197 h 6315453"/>
                <a:gd name="connsiteX71" fmla="*/ 1146578 w 5774333"/>
                <a:gd name="connsiteY71" fmla="*/ 5479168 h 6315453"/>
                <a:gd name="connsiteX72" fmla="*/ 933372 w 5774333"/>
                <a:gd name="connsiteY72" fmla="*/ 5234810 h 6315453"/>
                <a:gd name="connsiteX73" fmla="*/ 747140 w 5774333"/>
                <a:gd name="connsiteY73" fmla="*/ 4976091 h 6315453"/>
                <a:gd name="connsiteX74" fmla="*/ 703616 w 5774333"/>
                <a:gd name="connsiteY74" fmla="*/ 4910196 h 6315453"/>
                <a:gd name="connsiteX75" fmla="*/ 662053 w 5774333"/>
                <a:gd name="connsiteY75" fmla="*/ 4846269 h 6315453"/>
                <a:gd name="connsiteX76" fmla="*/ 580033 w 5774333"/>
                <a:gd name="connsiteY76" fmla="*/ 4722352 h 6315453"/>
                <a:gd name="connsiteX77" fmla="*/ 410105 w 5774333"/>
                <a:gd name="connsiteY77" fmla="*/ 4469193 h 6315453"/>
                <a:gd name="connsiteX78" fmla="*/ 244224 w 5774333"/>
                <a:gd name="connsiteY78" fmla="*/ 4201556 h 6315453"/>
                <a:gd name="connsiteX79" fmla="*/ 169437 w 5774333"/>
                <a:gd name="connsiteY79" fmla="*/ 4059690 h 6315453"/>
                <a:gd name="connsiteX80" fmla="*/ 105929 w 5774333"/>
                <a:gd name="connsiteY80" fmla="*/ 3911221 h 6315453"/>
                <a:gd name="connsiteX81" fmla="*/ 57256 w 5774333"/>
                <a:gd name="connsiteY81" fmla="*/ 3757195 h 6315453"/>
                <a:gd name="connsiteX82" fmla="*/ 39111 w 5774333"/>
                <a:gd name="connsiteY82" fmla="*/ 3678677 h 6315453"/>
                <a:gd name="connsiteX83" fmla="*/ 31142 w 5774333"/>
                <a:gd name="connsiteY83" fmla="*/ 3639300 h 6315453"/>
                <a:gd name="connsiteX84" fmla="*/ 24521 w 5774333"/>
                <a:gd name="connsiteY84" fmla="*/ 3599809 h 6315453"/>
                <a:gd name="connsiteX85" fmla="*/ 0 w 5774333"/>
                <a:gd name="connsiteY85" fmla="*/ 3283418 h 6315453"/>
                <a:gd name="connsiteX86" fmla="*/ 68045 w 5774333"/>
                <a:gd name="connsiteY86" fmla="*/ 2666963 h 6315453"/>
                <a:gd name="connsiteX87" fmla="*/ 272546 w 5774333"/>
                <a:gd name="connsiteY87" fmla="*/ 2076334 h 6315453"/>
                <a:gd name="connsiteX88" fmla="*/ 1039300 w 5774333"/>
                <a:gd name="connsiteY88" fmla="*/ 1073307 h 6315453"/>
                <a:gd name="connsiteX89" fmla="*/ 1547733 w 5774333"/>
                <a:gd name="connsiteY89" fmla="*/ 680365 h 6315453"/>
                <a:gd name="connsiteX90" fmla="*/ 2115995 w 5774333"/>
                <a:gd name="connsiteY90" fmla="*/ 368373 h 6315453"/>
                <a:gd name="connsiteX91" fmla="*/ 3377451 w 5774333"/>
                <a:gd name="connsiteY91" fmla="*/ 24304 h 6315453"/>
                <a:gd name="connsiteX92" fmla="*/ 3707237 w 5774333"/>
                <a:gd name="connsiteY92" fmla="*/ 1489 h 6315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5774333" h="6315453">
                  <a:moveTo>
                    <a:pt x="3707237" y="1489"/>
                  </a:moveTo>
                  <a:cubicBezTo>
                    <a:pt x="3817502" y="-1522"/>
                    <a:pt x="3927875" y="41"/>
                    <a:pt x="4037665" y="6121"/>
                  </a:cubicBezTo>
                  <a:cubicBezTo>
                    <a:pt x="4257614" y="18745"/>
                    <a:pt x="4477439" y="49665"/>
                    <a:pt x="4692239" y="102128"/>
                  </a:cubicBezTo>
                  <a:cubicBezTo>
                    <a:pt x="4907039" y="154474"/>
                    <a:pt x="5116811" y="228592"/>
                    <a:pt x="5315059" y="324945"/>
                  </a:cubicBezTo>
                  <a:cubicBezTo>
                    <a:pt x="5463562" y="397211"/>
                    <a:pt x="5606133" y="481527"/>
                    <a:pt x="5738325" y="578286"/>
                  </a:cubicBezTo>
                  <a:lnTo>
                    <a:pt x="5774333" y="606551"/>
                  </a:lnTo>
                  <a:lnTo>
                    <a:pt x="5774333" y="975490"/>
                  </a:lnTo>
                  <a:lnTo>
                    <a:pt x="5676001" y="889749"/>
                  </a:lnTo>
                  <a:cubicBezTo>
                    <a:pt x="5522381" y="769886"/>
                    <a:pt x="5355519" y="665657"/>
                    <a:pt x="5177132" y="581926"/>
                  </a:cubicBezTo>
                  <a:cubicBezTo>
                    <a:pt x="4998867" y="497965"/>
                    <a:pt x="4810183" y="433574"/>
                    <a:pt x="4615735" y="388640"/>
                  </a:cubicBezTo>
                  <a:cubicBezTo>
                    <a:pt x="4421289" y="343591"/>
                    <a:pt x="4221446" y="317649"/>
                    <a:pt x="4020010" y="308500"/>
                  </a:cubicBezTo>
                  <a:cubicBezTo>
                    <a:pt x="3818207" y="298887"/>
                    <a:pt x="3616649" y="305257"/>
                    <a:pt x="3416315" y="328882"/>
                  </a:cubicBezTo>
                  <a:cubicBezTo>
                    <a:pt x="3216106" y="352623"/>
                    <a:pt x="3017736" y="392346"/>
                    <a:pt x="2823779" y="446545"/>
                  </a:cubicBezTo>
                  <a:cubicBezTo>
                    <a:pt x="2629699" y="500513"/>
                    <a:pt x="2440401" y="570345"/>
                    <a:pt x="2256987" y="651296"/>
                  </a:cubicBezTo>
                  <a:cubicBezTo>
                    <a:pt x="1889058" y="811461"/>
                    <a:pt x="1545527" y="1023856"/>
                    <a:pt x="1244169" y="1280374"/>
                  </a:cubicBezTo>
                  <a:cubicBezTo>
                    <a:pt x="1093982" y="1409039"/>
                    <a:pt x="954828" y="1549400"/>
                    <a:pt x="830141" y="1700184"/>
                  </a:cubicBezTo>
                  <a:cubicBezTo>
                    <a:pt x="705209" y="1850736"/>
                    <a:pt x="594989" y="2012176"/>
                    <a:pt x="502792" y="2182300"/>
                  </a:cubicBezTo>
                  <a:cubicBezTo>
                    <a:pt x="410595" y="2352308"/>
                    <a:pt x="333847" y="2530307"/>
                    <a:pt x="280637" y="2715256"/>
                  </a:cubicBezTo>
                  <a:cubicBezTo>
                    <a:pt x="227306" y="2899741"/>
                    <a:pt x="199719" y="3091521"/>
                    <a:pt x="199843" y="3283418"/>
                  </a:cubicBezTo>
                  <a:cubicBezTo>
                    <a:pt x="200946" y="3377687"/>
                    <a:pt x="210754" y="3471261"/>
                    <a:pt x="233926" y="3561593"/>
                  </a:cubicBezTo>
                  <a:cubicBezTo>
                    <a:pt x="256730" y="3652040"/>
                    <a:pt x="292162" y="3738550"/>
                    <a:pt x="334582" y="3821816"/>
                  </a:cubicBezTo>
                  <a:cubicBezTo>
                    <a:pt x="356038" y="3863392"/>
                    <a:pt x="379823" y="3904157"/>
                    <a:pt x="404834" y="3944343"/>
                  </a:cubicBezTo>
                  <a:cubicBezTo>
                    <a:pt x="430212" y="3984413"/>
                    <a:pt x="457308" y="4023905"/>
                    <a:pt x="485506" y="4062932"/>
                  </a:cubicBezTo>
                  <a:cubicBezTo>
                    <a:pt x="542639" y="4140757"/>
                    <a:pt x="606146" y="4216265"/>
                    <a:pt x="671861" y="4292120"/>
                  </a:cubicBezTo>
                  <a:cubicBezTo>
                    <a:pt x="737576" y="4368091"/>
                    <a:pt x="806234" y="4444062"/>
                    <a:pt x="873542" y="4523044"/>
                  </a:cubicBezTo>
                  <a:cubicBezTo>
                    <a:pt x="907258" y="4562419"/>
                    <a:pt x="940606" y="4602721"/>
                    <a:pt x="973831" y="4643601"/>
                  </a:cubicBezTo>
                  <a:lnTo>
                    <a:pt x="1022014" y="4702780"/>
                  </a:lnTo>
                  <a:cubicBezTo>
                    <a:pt x="1037829" y="4721658"/>
                    <a:pt x="1052910" y="4740998"/>
                    <a:pt x="1069215" y="4759411"/>
                  </a:cubicBezTo>
                  <a:cubicBezTo>
                    <a:pt x="1196477" y="4909269"/>
                    <a:pt x="1334527" y="5047199"/>
                    <a:pt x="1474784" y="5177948"/>
                  </a:cubicBezTo>
                  <a:cubicBezTo>
                    <a:pt x="1545281" y="5243033"/>
                    <a:pt x="1617003" y="5305917"/>
                    <a:pt x="1690442" y="5366255"/>
                  </a:cubicBezTo>
                  <a:cubicBezTo>
                    <a:pt x="1763881" y="5426591"/>
                    <a:pt x="1838668" y="5484959"/>
                    <a:pt x="1916276" y="5539852"/>
                  </a:cubicBezTo>
                  <a:cubicBezTo>
                    <a:pt x="2070877" y="5649872"/>
                    <a:pt x="2237617" y="5748194"/>
                    <a:pt x="2420784" y="5814437"/>
                  </a:cubicBezTo>
                  <a:cubicBezTo>
                    <a:pt x="2512124" y="5847559"/>
                    <a:pt x="2606773" y="5872921"/>
                    <a:pt x="2703015" y="5892029"/>
                  </a:cubicBezTo>
                  <a:cubicBezTo>
                    <a:pt x="2727168" y="5896546"/>
                    <a:pt x="2751075" y="5901758"/>
                    <a:pt x="2775350" y="5905695"/>
                  </a:cubicBezTo>
                  <a:lnTo>
                    <a:pt x="2848299" y="5917161"/>
                  </a:lnTo>
                  <a:cubicBezTo>
                    <a:pt x="2897218" y="5923298"/>
                    <a:pt x="2946136" y="5929784"/>
                    <a:pt x="2995544" y="5933605"/>
                  </a:cubicBezTo>
                  <a:cubicBezTo>
                    <a:pt x="3020188" y="5935806"/>
                    <a:pt x="3044831" y="5937891"/>
                    <a:pt x="3069596" y="5938933"/>
                  </a:cubicBezTo>
                  <a:cubicBezTo>
                    <a:pt x="3094362" y="5940090"/>
                    <a:pt x="3119005" y="5941943"/>
                    <a:pt x="3143894" y="5942639"/>
                  </a:cubicBezTo>
                  <a:lnTo>
                    <a:pt x="3218436" y="5944260"/>
                  </a:lnTo>
                  <a:cubicBezTo>
                    <a:pt x="3243201" y="5944838"/>
                    <a:pt x="3268212" y="5944029"/>
                    <a:pt x="3293101" y="5943913"/>
                  </a:cubicBezTo>
                  <a:lnTo>
                    <a:pt x="3330494" y="5943565"/>
                  </a:lnTo>
                  <a:cubicBezTo>
                    <a:pt x="3342632" y="5943218"/>
                    <a:pt x="3354524" y="5942523"/>
                    <a:pt x="3366540" y="5942059"/>
                  </a:cubicBezTo>
                  <a:cubicBezTo>
                    <a:pt x="3378554" y="5941480"/>
                    <a:pt x="3390570" y="5941134"/>
                    <a:pt x="3402462" y="5940323"/>
                  </a:cubicBezTo>
                  <a:lnTo>
                    <a:pt x="3438262" y="5937543"/>
                  </a:lnTo>
                  <a:cubicBezTo>
                    <a:pt x="3485954" y="5933953"/>
                    <a:pt x="3533279" y="5927931"/>
                    <a:pt x="3580236" y="5920982"/>
                  </a:cubicBezTo>
                  <a:cubicBezTo>
                    <a:pt x="3768185" y="5891567"/>
                    <a:pt x="3948901" y="5834010"/>
                    <a:pt x="4121034" y="5753290"/>
                  </a:cubicBezTo>
                  <a:cubicBezTo>
                    <a:pt x="4293782" y="5673497"/>
                    <a:pt x="4458191" y="5571353"/>
                    <a:pt x="4620639" y="5459364"/>
                  </a:cubicBezTo>
                  <a:cubicBezTo>
                    <a:pt x="4661221" y="5431455"/>
                    <a:pt x="4701557" y="5402271"/>
                    <a:pt x="4741771" y="5372971"/>
                  </a:cubicBezTo>
                  <a:cubicBezTo>
                    <a:pt x="4782230" y="5343672"/>
                    <a:pt x="4822566" y="5313908"/>
                    <a:pt x="4862901" y="5283682"/>
                  </a:cubicBezTo>
                  <a:lnTo>
                    <a:pt x="5108229" y="5098386"/>
                  </a:lnTo>
                  <a:cubicBezTo>
                    <a:pt x="5276563" y="4972270"/>
                    <a:pt x="5446489" y="4854838"/>
                    <a:pt x="5612493" y="4739724"/>
                  </a:cubicBezTo>
                  <a:lnTo>
                    <a:pt x="5774333" y="4623488"/>
                  </a:lnTo>
                  <a:lnTo>
                    <a:pt x="5774333" y="5232926"/>
                  </a:lnTo>
                  <a:lnTo>
                    <a:pt x="5676492" y="5306859"/>
                  </a:lnTo>
                  <a:cubicBezTo>
                    <a:pt x="5592693" y="5367905"/>
                    <a:pt x="5508955" y="5427286"/>
                    <a:pt x="5426260" y="5486233"/>
                  </a:cubicBezTo>
                  <a:lnTo>
                    <a:pt x="5300225" y="5576217"/>
                  </a:lnTo>
                  <a:cubicBezTo>
                    <a:pt x="5257559" y="5606443"/>
                    <a:pt x="5214525" y="5636901"/>
                    <a:pt x="5170757" y="5666780"/>
                  </a:cubicBezTo>
                  <a:cubicBezTo>
                    <a:pt x="5127110" y="5696775"/>
                    <a:pt x="5082973" y="5726654"/>
                    <a:pt x="5038100" y="5756185"/>
                  </a:cubicBezTo>
                  <a:cubicBezTo>
                    <a:pt x="4993106" y="5785486"/>
                    <a:pt x="4947743" y="5814553"/>
                    <a:pt x="4901276" y="5843043"/>
                  </a:cubicBezTo>
                  <a:cubicBezTo>
                    <a:pt x="4808835" y="5900136"/>
                    <a:pt x="4713449" y="5955494"/>
                    <a:pt x="4614019" y="6006103"/>
                  </a:cubicBezTo>
                  <a:cubicBezTo>
                    <a:pt x="4514711" y="6056943"/>
                    <a:pt x="4411971" y="6104192"/>
                    <a:pt x="4305061" y="6144726"/>
                  </a:cubicBezTo>
                  <a:cubicBezTo>
                    <a:pt x="4092223" y="6226952"/>
                    <a:pt x="3863569" y="6282424"/>
                    <a:pt x="3632710" y="6304196"/>
                  </a:cubicBezTo>
                  <a:cubicBezTo>
                    <a:pt x="3574964" y="6309408"/>
                    <a:pt x="3517218" y="6313345"/>
                    <a:pt x="3459594" y="6314504"/>
                  </a:cubicBezTo>
                  <a:lnTo>
                    <a:pt x="3416315" y="6315429"/>
                  </a:lnTo>
                  <a:cubicBezTo>
                    <a:pt x="3401971" y="6315546"/>
                    <a:pt x="3387505" y="6315198"/>
                    <a:pt x="3373159" y="6315198"/>
                  </a:cubicBezTo>
                  <a:lnTo>
                    <a:pt x="3330127" y="6314735"/>
                  </a:lnTo>
                  <a:lnTo>
                    <a:pt x="3288320" y="6313230"/>
                  </a:lnTo>
                  <a:cubicBezTo>
                    <a:pt x="3176996" y="6309870"/>
                    <a:pt x="3065428" y="6301533"/>
                    <a:pt x="2954350" y="6288098"/>
                  </a:cubicBezTo>
                  <a:cubicBezTo>
                    <a:pt x="2843150" y="6275360"/>
                    <a:pt x="2732194" y="6257061"/>
                    <a:pt x="2622466" y="6232742"/>
                  </a:cubicBezTo>
                  <a:cubicBezTo>
                    <a:pt x="2512859" y="6208190"/>
                    <a:pt x="2404110" y="6179122"/>
                    <a:pt x="2296466" y="6146001"/>
                  </a:cubicBezTo>
                  <a:cubicBezTo>
                    <a:pt x="2081544" y="6079179"/>
                    <a:pt x="1869073" y="5996027"/>
                    <a:pt x="1672419" y="5885197"/>
                  </a:cubicBezTo>
                  <a:cubicBezTo>
                    <a:pt x="1475643" y="5774599"/>
                    <a:pt x="1299954" y="5634353"/>
                    <a:pt x="1146578" y="5479168"/>
                  </a:cubicBezTo>
                  <a:cubicBezTo>
                    <a:pt x="1069461" y="5401692"/>
                    <a:pt x="999333" y="5319235"/>
                    <a:pt x="933372" y="5234810"/>
                  </a:cubicBezTo>
                  <a:cubicBezTo>
                    <a:pt x="867781" y="5150038"/>
                    <a:pt x="805375" y="5063991"/>
                    <a:pt x="747140" y="4976091"/>
                  </a:cubicBezTo>
                  <a:cubicBezTo>
                    <a:pt x="732182" y="4954319"/>
                    <a:pt x="718082" y="4932199"/>
                    <a:pt x="703616" y="4910196"/>
                  </a:cubicBezTo>
                  <a:lnTo>
                    <a:pt x="662053" y="4846269"/>
                  </a:lnTo>
                  <a:cubicBezTo>
                    <a:pt x="635449" y="4804925"/>
                    <a:pt x="607864" y="4763928"/>
                    <a:pt x="580033" y="4722352"/>
                  </a:cubicBezTo>
                  <a:lnTo>
                    <a:pt x="410105" y="4469193"/>
                  </a:lnTo>
                  <a:cubicBezTo>
                    <a:pt x="353095" y="4382915"/>
                    <a:pt x="296820" y="4294089"/>
                    <a:pt x="244224" y="4201556"/>
                  </a:cubicBezTo>
                  <a:cubicBezTo>
                    <a:pt x="217987" y="4155232"/>
                    <a:pt x="192609" y="4108098"/>
                    <a:pt x="169437" y="4059690"/>
                  </a:cubicBezTo>
                  <a:cubicBezTo>
                    <a:pt x="146388" y="4011165"/>
                    <a:pt x="124932" y="3961715"/>
                    <a:pt x="105929" y="3911221"/>
                  </a:cubicBezTo>
                  <a:cubicBezTo>
                    <a:pt x="87293" y="3860613"/>
                    <a:pt x="70742" y="3809309"/>
                    <a:pt x="57256" y="3757195"/>
                  </a:cubicBezTo>
                  <a:cubicBezTo>
                    <a:pt x="50881" y="3731138"/>
                    <a:pt x="44383" y="3704965"/>
                    <a:pt x="39111" y="3678677"/>
                  </a:cubicBezTo>
                  <a:lnTo>
                    <a:pt x="31142" y="3639300"/>
                  </a:lnTo>
                  <a:lnTo>
                    <a:pt x="24521" y="3599809"/>
                  </a:lnTo>
                  <a:cubicBezTo>
                    <a:pt x="7234" y="3494423"/>
                    <a:pt x="0" y="3388457"/>
                    <a:pt x="0" y="3283418"/>
                  </a:cubicBezTo>
                  <a:cubicBezTo>
                    <a:pt x="491" y="3076698"/>
                    <a:pt x="23418" y="2869978"/>
                    <a:pt x="68045" y="2666963"/>
                  </a:cubicBezTo>
                  <a:cubicBezTo>
                    <a:pt x="112550" y="2464064"/>
                    <a:pt x="180717" y="2265104"/>
                    <a:pt x="272546" y="2076334"/>
                  </a:cubicBezTo>
                  <a:cubicBezTo>
                    <a:pt x="457062" y="1698794"/>
                    <a:pt x="724457" y="1360978"/>
                    <a:pt x="1039300" y="1073307"/>
                  </a:cubicBezTo>
                  <a:cubicBezTo>
                    <a:pt x="1197090" y="929472"/>
                    <a:pt x="1367630" y="798259"/>
                    <a:pt x="1547733" y="680365"/>
                  </a:cubicBezTo>
                  <a:cubicBezTo>
                    <a:pt x="1728081" y="562587"/>
                    <a:pt x="1917870" y="457663"/>
                    <a:pt x="2115995" y="368373"/>
                  </a:cubicBezTo>
                  <a:cubicBezTo>
                    <a:pt x="2512737" y="191070"/>
                    <a:pt x="2939883" y="73870"/>
                    <a:pt x="3377451" y="24304"/>
                  </a:cubicBezTo>
                  <a:cubicBezTo>
                    <a:pt x="3486812" y="12086"/>
                    <a:pt x="3596971" y="4500"/>
                    <a:pt x="3707237" y="148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Freeform: Shape 28">
              <a:extLst>
                <a:ext uri="{FF2B5EF4-FFF2-40B4-BE49-F238E27FC236}">
                  <a16:creationId xmlns:a16="http://schemas.microsoft.com/office/drawing/2014/main" id="{EC18CE1F-9DF1-47AF-9E66-6CE348AC2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464911 h 6229400"/>
                <a:gd name="connsiteX4" fmla="*/ 5660063 w 5769111"/>
                <a:gd name="connsiteY4" fmla="*/ 1328105 h 6229400"/>
                <a:gd name="connsiteX5" fmla="*/ 4910471 w 5769111"/>
                <a:gd name="connsiteY5" fmla="*/ 781599 h 6229400"/>
                <a:gd name="connsiteX6" fmla="*/ 3882695 w 5769111"/>
                <a:gd name="connsiteY6" fmla="*/ 579048 h 6229400"/>
                <a:gd name="connsiteX7" fmla="*/ 2683153 w 5769111"/>
                <a:gd name="connsiteY7" fmla="*/ 797003 h 6229400"/>
                <a:gd name="connsiteX8" fmla="*/ 1617493 w 5769111"/>
                <a:gd name="connsiteY8" fmla="*/ 1395738 h 6229400"/>
                <a:gd name="connsiteX9" fmla="*/ 880408 w 5769111"/>
                <a:gd name="connsiteY9" fmla="*/ 2259099 h 6229400"/>
                <a:gd name="connsiteX10" fmla="*/ 613135 w 5769111"/>
                <a:gd name="connsiteY10" fmla="*/ 3263863 h 6229400"/>
                <a:gd name="connsiteX11" fmla="*/ 1055484 w 5769111"/>
                <a:gd name="connsiteY11" fmla="*/ 4196825 h 6229400"/>
                <a:gd name="connsiteX12" fmla="*/ 1278376 w 5769111"/>
                <a:gd name="connsiteY12" fmla="*/ 4492950 h 6229400"/>
                <a:gd name="connsiteX13" fmla="*/ 3369851 w 5769111"/>
                <a:gd name="connsiteY13" fmla="*/ 5650468 h 6229400"/>
                <a:gd name="connsiteX14" fmla="*/ 4957551 w 5769111"/>
                <a:gd name="connsiteY14" fmla="*/ 4938355 h 6229400"/>
                <a:gd name="connsiteX15" fmla="*/ 5150773 w 5769111"/>
                <a:gd name="connsiteY15" fmla="*/ 4796950 h 6229400"/>
                <a:gd name="connsiteX16" fmla="*/ 5747247 w 5769111"/>
                <a:gd name="connsiteY16" fmla="*/ 4338176 h 6229400"/>
                <a:gd name="connsiteX17" fmla="*/ 5769111 w 5769111"/>
                <a:gd name="connsiteY17" fmla="*/ 4318497 h 6229400"/>
                <a:gd name="connsiteX18" fmla="*/ 5769111 w 5769111"/>
                <a:gd name="connsiteY18" fmla="*/ 5074612 h 6229400"/>
                <a:gd name="connsiteX19" fmla="*/ 5636252 w 5769111"/>
                <a:gd name="connsiteY19" fmla="*/ 5174208 h 6229400"/>
                <a:gd name="connsiteX20" fmla="*/ 5334922 w 5769111"/>
                <a:gd name="connsiteY20" fmla="*/ 5394528 h 6229400"/>
                <a:gd name="connsiteX21" fmla="*/ 3369727 w 5769111"/>
                <a:gd name="connsiteY21" fmla="*/ 6229400 h 6229400"/>
                <a:gd name="connsiteX22" fmla="*/ 771046 w 5769111"/>
                <a:gd name="connsiteY22" fmla="*/ 4817913 h 6229400"/>
                <a:gd name="connsiteX23" fmla="*/ 0 w 5769111"/>
                <a:gd name="connsiteY23" fmla="*/ 3263748 h 6229400"/>
                <a:gd name="connsiteX24" fmla="*/ 3882695 w 5769111"/>
                <a:gd name="connsiteY24"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769111" h="6229400">
                  <a:moveTo>
                    <a:pt x="3882695" y="0"/>
                  </a:moveTo>
                  <a:cubicBezTo>
                    <a:pt x="4601253" y="0"/>
                    <a:pt x="5210727" y="205477"/>
                    <a:pt x="5691883" y="557381"/>
                  </a:cubicBezTo>
                  <a:lnTo>
                    <a:pt x="5769111" y="620523"/>
                  </a:lnTo>
                  <a:lnTo>
                    <a:pt x="5769111" y="1464911"/>
                  </a:lnTo>
                  <a:lnTo>
                    <a:pt x="5660063" y="1328105"/>
                  </a:lnTo>
                  <a:cubicBezTo>
                    <a:pt x="5449800" y="1091506"/>
                    <a:pt x="5197607" y="907600"/>
                    <a:pt x="4910471" y="781599"/>
                  </a:cubicBezTo>
                  <a:cubicBezTo>
                    <a:pt x="4604088" y="647260"/>
                    <a:pt x="4258349" y="579048"/>
                    <a:pt x="3882695" y="579048"/>
                  </a:cubicBezTo>
                  <a:cubicBezTo>
                    <a:pt x="3484238" y="579048"/>
                    <a:pt x="3080631" y="652240"/>
                    <a:pt x="2683153" y="797003"/>
                  </a:cubicBezTo>
                  <a:cubicBezTo>
                    <a:pt x="2296098" y="937595"/>
                    <a:pt x="1927678" y="1144662"/>
                    <a:pt x="1617493" y="1395738"/>
                  </a:cubicBezTo>
                  <a:cubicBezTo>
                    <a:pt x="1301915" y="1651098"/>
                    <a:pt x="1053890" y="1941665"/>
                    <a:pt x="880408" y="2259099"/>
                  </a:cubicBezTo>
                  <a:cubicBezTo>
                    <a:pt x="703125" y="2583597"/>
                    <a:pt x="613135" y="2921645"/>
                    <a:pt x="613135" y="3263863"/>
                  </a:cubicBezTo>
                  <a:cubicBezTo>
                    <a:pt x="613135" y="3608512"/>
                    <a:pt x="756702" y="3809789"/>
                    <a:pt x="1055484" y="4196825"/>
                  </a:cubicBezTo>
                  <a:cubicBezTo>
                    <a:pt x="1127574" y="4290167"/>
                    <a:pt x="1202116" y="4386753"/>
                    <a:pt x="1278376" y="4492950"/>
                  </a:cubicBezTo>
                  <a:cubicBezTo>
                    <a:pt x="1861105" y="5304313"/>
                    <a:pt x="2486623" y="5650468"/>
                    <a:pt x="3369851" y="5650468"/>
                  </a:cubicBezTo>
                  <a:cubicBezTo>
                    <a:pt x="3949515" y="5650468"/>
                    <a:pt x="4374822" y="5368471"/>
                    <a:pt x="4957551" y="4938355"/>
                  </a:cubicBezTo>
                  <a:cubicBezTo>
                    <a:pt x="5022653" y="4890293"/>
                    <a:pt x="5087755" y="4842811"/>
                    <a:pt x="5150773" y="4796950"/>
                  </a:cubicBezTo>
                  <a:cubicBezTo>
                    <a:pt x="5364254" y="4641404"/>
                    <a:pt x="5570313" y="4491241"/>
                    <a:pt x="5747247" y="4338176"/>
                  </a:cubicBezTo>
                  <a:lnTo>
                    <a:pt x="5769111" y="4318497"/>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5BD26A8C-8D1D-41E6-A71E-FE9AC75F3F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675390 h 6229400"/>
                <a:gd name="connsiteX4" fmla="*/ 5711488 w 5769111"/>
                <a:gd name="connsiteY4" fmla="*/ 1585205 h 6229400"/>
                <a:gd name="connsiteX5" fmla="*/ 5566027 w 5769111"/>
                <a:gd name="connsiteY5" fmla="*/ 1402571 h 6229400"/>
                <a:gd name="connsiteX6" fmla="*/ 4858734 w 5769111"/>
                <a:gd name="connsiteY6" fmla="*/ 886639 h 6229400"/>
                <a:gd name="connsiteX7" fmla="*/ 3882695 w 5769111"/>
                <a:gd name="connsiteY7" fmla="*/ 694858 h 6229400"/>
                <a:gd name="connsiteX8" fmla="*/ 2727046 w 5769111"/>
                <a:gd name="connsiteY8" fmla="*/ 905053 h 6229400"/>
                <a:gd name="connsiteX9" fmla="*/ 1697186 w 5769111"/>
                <a:gd name="connsiteY9" fmla="*/ 1483638 h 6229400"/>
                <a:gd name="connsiteX10" fmla="*/ 989279 w 5769111"/>
                <a:gd name="connsiteY10" fmla="*/ 2312139 h 6229400"/>
                <a:gd name="connsiteX11" fmla="*/ 735615 w 5769111"/>
                <a:gd name="connsiteY11" fmla="*/ 3263863 h 6229400"/>
                <a:gd name="connsiteX12" fmla="*/ 1154424 w 5769111"/>
                <a:gd name="connsiteY12" fmla="*/ 4128614 h 6229400"/>
                <a:gd name="connsiteX13" fmla="*/ 1379768 w 5769111"/>
                <a:gd name="connsiteY13" fmla="*/ 4427981 h 6229400"/>
                <a:gd name="connsiteX14" fmla="*/ 2239456 w 5769111"/>
                <a:gd name="connsiteY14" fmla="*/ 5256947 h 6229400"/>
                <a:gd name="connsiteX15" fmla="*/ 3369727 w 5769111"/>
                <a:gd name="connsiteY15" fmla="*/ 5534658 h 6229400"/>
                <a:gd name="connsiteX16" fmla="*/ 4096760 w 5769111"/>
                <a:gd name="connsiteY16" fmla="*/ 5357817 h 6229400"/>
                <a:gd name="connsiteX17" fmla="*/ 4881905 w 5769111"/>
                <a:gd name="connsiteY17" fmla="*/ 4847212 h 6229400"/>
                <a:gd name="connsiteX18" fmla="*/ 5075739 w 5769111"/>
                <a:gd name="connsiteY18" fmla="*/ 4705346 h 6229400"/>
                <a:gd name="connsiteX19" fmla="*/ 5759930 w 5769111"/>
                <a:gd name="connsiteY19" fmla="*/ 4166809 h 6229400"/>
                <a:gd name="connsiteX20" fmla="*/ 5769111 w 5769111"/>
                <a:gd name="connsiteY20" fmla="*/ 4157764 h 6229400"/>
                <a:gd name="connsiteX21" fmla="*/ 5769111 w 5769111"/>
                <a:gd name="connsiteY21" fmla="*/ 5074612 h 6229400"/>
                <a:gd name="connsiteX22" fmla="*/ 5636252 w 5769111"/>
                <a:gd name="connsiteY22" fmla="*/ 5174208 h 6229400"/>
                <a:gd name="connsiteX23" fmla="*/ 5334922 w 5769111"/>
                <a:gd name="connsiteY23" fmla="*/ 5394528 h 6229400"/>
                <a:gd name="connsiteX24" fmla="*/ 3369727 w 5769111"/>
                <a:gd name="connsiteY24" fmla="*/ 6229400 h 6229400"/>
                <a:gd name="connsiteX25" fmla="*/ 771046 w 5769111"/>
                <a:gd name="connsiteY25" fmla="*/ 4817913 h 6229400"/>
                <a:gd name="connsiteX26" fmla="*/ 0 w 5769111"/>
                <a:gd name="connsiteY26" fmla="*/ 3263748 h 6229400"/>
                <a:gd name="connsiteX27" fmla="*/ 3882695 w 5769111"/>
                <a:gd name="connsiteY27"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769111" h="6229400">
                  <a:moveTo>
                    <a:pt x="3882695" y="0"/>
                  </a:moveTo>
                  <a:cubicBezTo>
                    <a:pt x="4601253" y="0"/>
                    <a:pt x="5210727" y="205477"/>
                    <a:pt x="5691883" y="557381"/>
                  </a:cubicBezTo>
                  <a:lnTo>
                    <a:pt x="5769111" y="620523"/>
                  </a:lnTo>
                  <a:lnTo>
                    <a:pt x="5769111" y="1675390"/>
                  </a:lnTo>
                  <a:lnTo>
                    <a:pt x="5711488" y="1585205"/>
                  </a:lnTo>
                  <a:cubicBezTo>
                    <a:pt x="5665942" y="1521390"/>
                    <a:pt x="5617428" y="1460432"/>
                    <a:pt x="5566027" y="1402571"/>
                  </a:cubicBezTo>
                  <a:cubicBezTo>
                    <a:pt x="5367411" y="1179058"/>
                    <a:pt x="5129563" y="1005460"/>
                    <a:pt x="4858734" y="886639"/>
                  </a:cubicBezTo>
                  <a:cubicBezTo>
                    <a:pt x="4568779" y="759363"/>
                    <a:pt x="4240327" y="694858"/>
                    <a:pt x="3882695" y="694858"/>
                  </a:cubicBezTo>
                  <a:cubicBezTo>
                    <a:pt x="3504835" y="694858"/>
                    <a:pt x="3105151" y="767471"/>
                    <a:pt x="2727046" y="905053"/>
                  </a:cubicBezTo>
                  <a:cubicBezTo>
                    <a:pt x="2352985" y="1041013"/>
                    <a:pt x="1996826" y="1241132"/>
                    <a:pt x="1697186" y="1483638"/>
                  </a:cubicBezTo>
                  <a:cubicBezTo>
                    <a:pt x="1397913" y="1725796"/>
                    <a:pt x="1153199" y="2012308"/>
                    <a:pt x="989279" y="2312139"/>
                  </a:cubicBezTo>
                  <a:cubicBezTo>
                    <a:pt x="820946" y="2620077"/>
                    <a:pt x="735615" y="2940290"/>
                    <a:pt x="735615" y="3263863"/>
                  </a:cubicBezTo>
                  <a:cubicBezTo>
                    <a:pt x="735615" y="3573074"/>
                    <a:pt x="863980" y="3752464"/>
                    <a:pt x="1154424" y="4128614"/>
                  </a:cubicBezTo>
                  <a:cubicBezTo>
                    <a:pt x="1227127" y="4222767"/>
                    <a:pt x="1302282" y="4320162"/>
                    <a:pt x="1379768" y="4427981"/>
                  </a:cubicBezTo>
                  <a:cubicBezTo>
                    <a:pt x="1653784" y="4809458"/>
                    <a:pt x="1934912" y="5080685"/>
                    <a:pt x="2239456" y="5256947"/>
                  </a:cubicBezTo>
                  <a:cubicBezTo>
                    <a:pt x="2562268" y="5443863"/>
                    <a:pt x="2932037" y="5534658"/>
                    <a:pt x="3369727" y="5534658"/>
                  </a:cubicBezTo>
                  <a:cubicBezTo>
                    <a:pt x="3618120" y="5534658"/>
                    <a:pt x="3849103" y="5478491"/>
                    <a:pt x="4096760" y="5357817"/>
                  </a:cubicBezTo>
                  <a:cubicBezTo>
                    <a:pt x="4351037" y="5233901"/>
                    <a:pt x="4602740" y="5053238"/>
                    <a:pt x="4881905" y="4847212"/>
                  </a:cubicBezTo>
                  <a:cubicBezTo>
                    <a:pt x="4947375" y="4798920"/>
                    <a:pt x="5012599" y="4751322"/>
                    <a:pt x="5075739" y="4705346"/>
                  </a:cubicBezTo>
                  <a:cubicBezTo>
                    <a:pt x="5327320" y="4521990"/>
                    <a:pt x="5568418" y="4346256"/>
                    <a:pt x="5759930" y="4166809"/>
                  </a:cubicBezTo>
                  <a:lnTo>
                    <a:pt x="5769111" y="4157764"/>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Graphic 6" descr="Traffic Light">
            <a:extLst>
              <a:ext uri="{FF2B5EF4-FFF2-40B4-BE49-F238E27FC236}">
                <a16:creationId xmlns:a16="http://schemas.microsoft.com/office/drawing/2014/main" id="{C387331E-C0BE-3075-BCD4-62925AAA154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121726" y="1629089"/>
            <a:ext cx="3620021" cy="3620021"/>
          </a:xfrm>
          <a:prstGeom prst="rect">
            <a:avLst/>
          </a:prstGeom>
        </p:spPr>
      </p:pic>
    </p:spTree>
    <p:extLst>
      <p:ext uri="{BB962C8B-B14F-4D97-AF65-F5344CB8AC3E}">
        <p14:creationId xmlns:p14="http://schemas.microsoft.com/office/powerpoint/2010/main" val="30046452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TotalTime>
  <Words>300</Words>
  <Application>Microsoft Office PowerPoint</Application>
  <PresentationFormat>Widescreen</PresentationFormat>
  <Paragraphs>23</Paragraphs>
  <Slides>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Aptos</vt:lpstr>
      <vt:lpstr>Aptos Display</vt:lpstr>
      <vt:lpstr>Aptos Slab ExtraBold</vt:lpstr>
      <vt:lpstr>Arial</vt:lpstr>
      <vt:lpstr>Calibri</vt:lpstr>
      <vt:lpstr>Office Theme</vt:lpstr>
      <vt:lpstr>Locked</vt:lpstr>
      <vt:lpstr>Problem</vt:lpstr>
      <vt:lpstr>Solution: Locked</vt:lpstr>
      <vt:lpstr>PowerPoint Presentation</vt:lpstr>
      <vt:lpstr>States </vt:lpstr>
      <vt:lpstr>Outputs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Ryan John Sabra</dc:creator>
  <cp:lastModifiedBy>Seyoum, Michael</cp:lastModifiedBy>
  <cp:revision>2</cp:revision>
  <dcterms:created xsi:type="dcterms:W3CDTF">2026-03-15T14:00:08Z</dcterms:created>
  <dcterms:modified xsi:type="dcterms:W3CDTF">2026-03-15T14:55:29Z</dcterms:modified>
</cp:coreProperties>
</file>