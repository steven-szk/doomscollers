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63" r:id="rId6"/>
    <p:sldId id="259" r:id="rId7"/>
    <p:sldId id="260" r:id="rId8"/>
    <p:sldId id="265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A9A753-CA78-4426-B3C4-2EDF91046442}" v="736" dt="2026-03-15T16:00:27.962"/>
    <p1510:client id="{4A8E986D-E3EE-4EA7-8EFD-1C01B331266F}" v="2615" dt="2026-03-15T14:55:29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, Steven" userId="672fd9e1-130d-4d83-bf46-4352c41140a3" providerId="ADAL" clId="{33C68A6E-30E6-4455-9392-469BFD8ACFCB}"/>
    <pc:docChg chg="undo custSel addSld delSld modSld">
      <pc:chgData name="Sun, Steven" userId="672fd9e1-130d-4d83-bf46-4352c41140a3" providerId="ADAL" clId="{33C68A6E-30E6-4455-9392-469BFD8ACFCB}" dt="2026-03-15T16:00:27.962" v="732" actId="1076"/>
      <pc:docMkLst>
        <pc:docMk/>
      </pc:docMkLst>
      <pc:sldChg chg="addSp delSp modSp mod">
        <pc:chgData name="Sun, Steven" userId="672fd9e1-130d-4d83-bf46-4352c41140a3" providerId="ADAL" clId="{33C68A6E-30E6-4455-9392-469BFD8ACFCB}" dt="2026-03-15T15:48:01.517" v="379" actId="21"/>
        <pc:sldMkLst>
          <pc:docMk/>
          <pc:sldMk cId="207617766" sldId="256"/>
        </pc:sldMkLst>
        <pc:picChg chg="add del mod">
          <ac:chgData name="Sun, Steven" userId="672fd9e1-130d-4d83-bf46-4352c41140a3" providerId="ADAL" clId="{33C68A6E-30E6-4455-9392-469BFD8ACFCB}" dt="2026-03-15T15:48:01.517" v="379" actId="21"/>
          <ac:picMkLst>
            <pc:docMk/>
            <pc:sldMk cId="207617766" sldId="256"/>
            <ac:picMk id="5" creationId="{298CF924-9D23-B22D-311E-BA268DA85C92}"/>
          </ac:picMkLst>
        </pc:picChg>
      </pc:sldChg>
      <pc:sldChg chg="modSp mod">
        <pc:chgData name="Sun, Steven" userId="672fd9e1-130d-4d83-bf46-4352c41140a3" providerId="ADAL" clId="{33C68A6E-30E6-4455-9392-469BFD8ACFCB}" dt="2026-03-15T15:48:59.402" v="409" actId="20577"/>
        <pc:sldMkLst>
          <pc:docMk/>
          <pc:sldMk cId="2031509814" sldId="257"/>
        </pc:sldMkLst>
        <pc:spChg chg="mod">
          <ac:chgData name="Sun, Steven" userId="672fd9e1-130d-4d83-bf46-4352c41140a3" providerId="ADAL" clId="{33C68A6E-30E6-4455-9392-469BFD8ACFCB}" dt="2026-03-15T15:48:55.193" v="406" actId="1076"/>
          <ac:spMkLst>
            <pc:docMk/>
            <pc:sldMk cId="2031509814" sldId="257"/>
            <ac:spMk id="2" creationId="{4BE9EC5B-CA7F-3E1E-FF8E-3D21AF280B48}"/>
          </ac:spMkLst>
        </pc:spChg>
        <pc:spChg chg="mod">
          <ac:chgData name="Sun, Steven" userId="672fd9e1-130d-4d83-bf46-4352c41140a3" providerId="ADAL" clId="{33C68A6E-30E6-4455-9392-469BFD8ACFCB}" dt="2026-03-15T15:48:59.402" v="409" actId="20577"/>
          <ac:spMkLst>
            <pc:docMk/>
            <pc:sldMk cId="2031509814" sldId="257"/>
            <ac:spMk id="3" creationId="{8305DA83-033D-8110-BB1E-8540625125A7}"/>
          </ac:spMkLst>
        </pc:spChg>
      </pc:sldChg>
      <pc:sldChg chg="modSp mod">
        <pc:chgData name="Sun, Steven" userId="672fd9e1-130d-4d83-bf46-4352c41140a3" providerId="ADAL" clId="{33C68A6E-30E6-4455-9392-469BFD8ACFCB}" dt="2026-03-15T15:56:37.816" v="685" actId="20577"/>
        <pc:sldMkLst>
          <pc:docMk/>
          <pc:sldMk cId="3241906051" sldId="258"/>
        </pc:sldMkLst>
        <pc:graphicFrameChg chg="mod modGraphic">
          <ac:chgData name="Sun, Steven" userId="672fd9e1-130d-4d83-bf46-4352c41140a3" providerId="ADAL" clId="{33C68A6E-30E6-4455-9392-469BFD8ACFCB}" dt="2026-03-15T15:56:37.816" v="685" actId="20577"/>
          <ac:graphicFrameMkLst>
            <pc:docMk/>
            <pc:sldMk cId="3241906051" sldId="258"/>
            <ac:graphicFrameMk id="18" creationId="{CDA82DE0-830D-CA02-9BBC-ECB19E25CE57}"/>
          </ac:graphicFrameMkLst>
        </pc:graphicFrameChg>
      </pc:sldChg>
      <pc:sldChg chg="addSp modSp mod">
        <pc:chgData name="Sun, Steven" userId="672fd9e1-130d-4d83-bf46-4352c41140a3" providerId="ADAL" clId="{33C68A6E-30E6-4455-9392-469BFD8ACFCB}" dt="2026-03-15T15:43:20.290" v="232" actId="403"/>
        <pc:sldMkLst>
          <pc:docMk/>
          <pc:sldMk cId="3600156544" sldId="259"/>
        </pc:sldMkLst>
        <pc:spChg chg="add mod">
          <ac:chgData name="Sun, Steven" userId="672fd9e1-130d-4d83-bf46-4352c41140a3" providerId="ADAL" clId="{33C68A6E-30E6-4455-9392-469BFD8ACFCB}" dt="2026-03-15T15:43:20.290" v="232" actId="403"/>
          <ac:spMkLst>
            <pc:docMk/>
            <pc:sldMk cId="3600156544" sldId="259"/>
            <ac:spMk id="3" creationId="{FBAACA81-54D4-CDBC-FF98-1EA229D835DC}"/>
          </ac:spMkLst>
        </pc:spChg>
        <pc:spChg chg="add mod">
          <ac:chgData name="Sun, Steven" userId="672fd9e1-130d-4d83-bf46-4352c41140a3" providerId="ADAL" clId="{33C68A6E-30E6-4455-9392-469BFD8ACFCB}" dt="2026-03-15T15:43:20.290" v="232" actId="403"/>
          <ac:spMkLst>
            <pc:docMk/>
            <pc:sldMk cId="3600156544" sldId="259"/>
            <ac:spMk id="4" creationId="{BD30F49C-B77C-6A31-C2D5-C7B8141C5D82}"/>
          </ac:spMkLst>
        </pc:spChg>
        <pc:spChg chg="add mod">
          <ac:chgData name="Sun, Steven" userId="672fd9e1-130d-4d83-bf46-4352c41140a3" providerId="ADAL" clId="{33C68A6E-30E6-4455-9392-469BFD8ACFCB}" dt="2026-03-15T15:39:28.345" v="72" actId="11529"/>
          <ac:spMkLst>
            <pc:docMk/>
            <pc:sldMk cId="3600156544" sldId="259"/>
            <ac:spMk id="7" creationId="{BAF4E6AD-368C-2A5D-629F-6C32A76061C3}"/>
          </ac:spMkLst>
        </pc:spChg>
        <pc:spChg chg="add mod">
          <ac:chgData name="Sun, Steven" userId="672fd9e1-130d-4d83-bf46-4352c41140a3" providerId="ADAL" clId="{33C68A6E-30E6-4455-9392-469BFD8ACFCB}" dt="2026-03-15T15:42:35.220" v="162" actId="1076"/>
          <ac:spMkLst>
            <pc:docMk/>
            <pc:sldMk cId="3600156544" sldId="259"/>
            <ac:spMk id="8" creationId="{17C932BA-AC48-B4B1-AA31-881EEC4E11A9}"/>
          </ac:spMkLst>
        </pc:spChg>
        <pc:spChg chg="add mod">
          <ac:chgData name="Sun, Steven" userId="672fd9e1-130d-4d83-bf46-4352c41140a3" providerId="ADAL" clId="{33C68A6E-30E6-4455-9392-469BFD8ACFCB}" dt="2026-03-15T15:43:10.112" v="224" actId="20577"/>
          <ac:spMkLst>
            <pc:docMk/>
            <pc:sldMk cId="3600156544" sldId="259"/>
            <ac:spMk id="10" creationId="{5B988EC5-28DC-1D32-FFC0-4BC7F43CD760}"/>
          </ac:spMkLst>
        </pc:spChg>
        <pc:grpChg chg="add mod">
          <ac:chgData name="Sun, Steven" userId="672fd9e1-130d-4d83-bf46-4352c41140a3" providerId="ADAL" clId="{33C68A6E-30E6-4455-9392-469BFD8ACFCB}" dt="2026-03-15T15:43:18.181" v="227" actId="1076"/>
          <ac:grpSpMkLst>
            <pc:docMk/>
            <pc:sldMk cId="3600156544" sldId="259"/>
            <ac:grpSpMk id="2" creationId="{7814B468-1EE3-F036-1464-4BA52CF7B8F7}"/>
          </ac:grpSpMkLst>
        </pc:grpChg>
        <pc:graphicFrameChg chg="mod modGraphic">
          <ac:chgData name="Sun, Steven" userId="672fd9e1-130d-4d83-bf46-4352c41140a3" providerId="ADAL" clId="{33C68A6E-30E6-4455-9392-469BFD8ACFCB}" dt="2026-03-15T15:42:49.836" v="169"/>
          <ac:graphicFrameMkLst>
            <pc:docMk/>
            <pc:sldMk cId="3600156544" sldId="259"/>
            <ac:graphicFrameMk id="5" creationId="{39F7373A-E9E6-73B6-0034-BCF400EC6340}"/>
          </ac:graphicFrameMkLst>
        </pc:graphicFrameChg>
      </pc:sldChg>
      <pc:sldChg chg="addSp delSp modSp mod">
        <pc:chgData name="Sun, Steven" userId="672fd9e1-130d-4d83-bf46-4352c41140a3" providerId="ADAL" clId="{33C68A6E-30E6-4455-9392-469BFD8ACFCB}" dt="2026-03-15T15:45:01.569" v="289" actId="404"/>
        <pc:sldMkLst>
          <pc:docMk/>
          <pc:sldMk cId="3574201877" sldId="260"/>
        </pc:sldMkLst>
        <pc:spChg chg="mod">
          <ac:chgData name="Sun, Steven" userId="672fd9e1-130d-4d83-bf46-4352c41140a3" providerId="ADAL" clId="{33C68A6E-30E6-4455-9392-469BFD8ACFCB}" dt="2026-03-15T15:43:45.696" v="234" actId="1076"/>
          <ac:spMkLst>
            <pc:docMk/>
            <pc:sldMk cId="3574201877" sldId="260"/>
            <ac:spMk id="2" creationId="{39E40699-00ED-9C6C-F324-960C5E1DB057}"/>
          </ac:spMkLst>
        </pc:spChg>
        <pc:spChg chg="add mod">
          <ac:chgData name="Sun, Steven" userId="672fd9e1-130d-4d83-bf46-4352c41140a3" providerId="ADAL" clId="{33C68A6E-30E6-4455-9392-469BFD8ACFCB}" dt="2026-03-15T15:44:51.471" v="279" actId="403"/>
          <ac:spMkLst>
            <pc:docMk/>
            <pc:sldMk cId="3574201877" sldId="260"/>
            <ac:spMk id="4" creationId="{457D9BCC-C5B8-18F8-0361-9EFB9B84FE20}"/>
          </ac:spMkLst>
        </pc:spChg>
        <pc:spChg chg="add mod">
          <ac:chgData name="Sun, Steven" userId="672fd9e1-130d-4d83-bf46-4352c41140a3" providerId="ADAL" clId="{33C68A6E-30E6-4455-9392-469BFD8ACFCB}" dt="2026-03-15T15:44:51.471" v="279" actId="403"/>
          <ac:spMkLst>
            <pc:docMk/>
            <pc:sldMk cId="3574201877" sldId="260"/>
            <ac:spMk id="6" creationId="{C40AEA70-ABA5-3843-52FB-853B37F7D002}"/>
          </ac:spMkLst>
        </pc:spChg>
        <pc:spChg chg="add mod">
          <ac:chgData name="Sun, Steven" userId="672fd9e1-130d-4d83-bf46-4352c41140a3" providerId="ADAL" clId="{33C68A6E-30E6-4455-9392-469BFD8ACFCB}" dt="2026-03-15T15:44:56.516" v="283" actId="403"/>
          <ac:spMkLst>
            <pc:docMk/>
            <pc:sldMk cId="3574201877" sldId="260"/>
            <ac:spMk id="8" creationId="{DDD41C37-96F0-89D3-B90D-7FAC2D59B969}"/>
          </ac:spMkLst>
        </pc:spChg>
        <pc:spChg chg="add mod">
          <ac:chgData name="Sun, Steven" userId="672fd9e1-130d-4d83-bf46-4352c41140a3" providerId="ADAL" clId="{33C68A6E-30E6-4455-9392-469BFD8ACFCB}" dt="2026-03-15T15:45:01.569" v="289" actId="404"/>
          <ac:spMkLst>
            <pc:docMk/>
            <pc:sldMk cId="3574201877" sldId="260"/>
            <ac:spMk id="9" creationId="{3AA2CC05-D225-62C6-333E-E7916662B971}"/>
          </ac:spMkLst>
        </pc:spChg>
        <pc:spChg chg="add del mod">
          <ac:chgData name="Sun, Steven" userId="672fd9e1-130d-4d83-bf46-4352c41140a3" providerId="ADAL" clId="{33C68A6E-30E6-4455-9392-469BFD8ACFCB}" dt="2026-03-15T15:44:23.387" v="249" actId="478"/>
          <ac:spMkLst>
            <pc:docMk/>
            <pc:sldMk cId="3574201877" sldId="260"/>
            <ac:spMk id="11" creationId="{7D509167-4C04-9D14-A567-5BA6D13D5026}"/>
          </ac:spMkLst>
        </pc:spChg>
        <pc:spChg chg="add mod">
          <ac:chgData name="Sun, Steven" userId="672fd9e1-130d-4d83-bf46-4352c41140a3" providerId="ADAL" clId="{33C68A6E-30E6-4455-9392-469BFD8ACFCB}" dt="2026-03-15T15:44:23.701" v="250"/>
          <ac:spMkLst>
            <pc:docMk/>
            <pc:sldMk cId="3574201877" sldId="260"/>
            <ac:spMk id="13" creationId="{14B9B0F9-677D-8A49-A775-9739DCB35B0E}"/>
          </ac:spMkLst>
        </pc:spChg>
        <pc:spChg chg="add mod">
          <ac:chgData name="Sun, Steven" userId="672fd9e1-130d-4d83-bf46-4352c41140a3" providerId="ADAL" clId="{33C68A6E-30E6-4455-9392-469BFD8ACFCB}" dt="2026-03-15T15:44:42.980" v="271" actId="14100"/>
          <ac:spMkLst>
            <pc:docMk/>
            <pc:sldMk cId="3574201877" sldId="260"/>
            <ac:spMk id="14" creationId="{DCE1694A-2F90-94C7-DC6A-6B8743C0AF4D}"/>
          </ac:spMkLst>
        </pc:spChg>
        <pc:grpChg chg="add mod">
          <ac:chgData name="Sun, Steven" userId="672fd9e1-130d-4d83-bf46-4352c41140a3" providerId="ADAL" clId="{33C68A6E-30E6-4455-9392-469BFD8ACFCB}" dt="2026-03-15T15:44:49.484" v="274" actId="14100"/>
          <ac:grpSpMkLst>
            <pc:docMk/>
            <pc:sldMk cId="3574201877" sldId="260"/>
            <ac:grpSpMk id="3" creationId="{DC38FC60-D69A-D8A9-2419-29202631D06D}"/>
          </ac:grpSpMkLst>
        </pc:grpChg>
        <pc:grpChg chg="add mod">
          <ac:chgData name="Sun, Steven" userId="672fd9e1-130d-4d83-bf46-4352c41140a3" providerId="ADAL" clId="{33C68A6E-30E6-4455-9392-469BFD8ACFCB}" dt="2026-03-15T15:44:18.442" v="246" actId="14100"/>
          <ac:grpSpMkLst>
            <pc:docMk/>
            <pc:sldMk cId="3574201877" sldId="260"/>
            <ac:grpSpMk id="7" creationId="{9D3EA2CB-80C0-C9BB-C380-0A6299925012}"/>
          </ac:grpSpMkLst>
        </pc:grpChg>
        <pc:grpChg chg="add mod">
          <ac:chgData name="Sun, Steven" userId="672fd9e1-130d-4d83-bf46-4352c41140a3" providerId="ADAL" clId="{33C68A6E-30E6-4455-9392-469BFD8ACFCB}" dt="2026-03-15T15:44:46.587" v="273" actId="1076"/>
          <ac:grpSpMkLst>
            <pc:docMk/>
            <pc:sldMk cId="3574201877" sldId="260"/>
            <ac:grpSpMk id="12" creationId="{30F3825E-E58D-8DB9-B417-0AD812F7AD6F}"/>
          </ac:grpSpMkLst>
        </pc:grpChg>
        <pc:graphicFrameChg chg="del mod">
          <ac:chgData name="Sun, Steven" userId="672fd9e1-130d-4d83-bf46-4352c41140a3" providerId="ADAL" clId="{33C68A6E-30E6-4455-9392-469BFD8ACFCB}" dt="2026-03-15T15:44:21.614" v="248" actId="478"/>
          <ac:graphicFrameMkLst>
            <pc:docMk/>
            <pc:sldMk cId="3574201877" sldId="260"/>
            <ac:graphicFrameMk id="5" creationId="{7BAC24A7-803C-AE1E-7EEC-369CC9AF2158}"/>
          </ac:graphicFrameMkLst>
        </pc:graphicFrameChg>
      </pc:sldChg>
      <pc:sldChg chg="addSp delSp modSp mod">
        <pc:chgData name="Sun, Steven" userId="672fd9e1-130d-4d83-bf46-4352c41140a3" providerId="ADAL" clId="{33C68A6E-30E6-4455-9392-469BFD8ACFCB}" dt="2026-03-15T16:00:27.962" v="732" actId="1076"/>
        <pc:sldMkLst>
          <pc:docMk/>
          <pc:sldMk cId="300464526" sldId="261"/>
        </pc:sldMkLst>
        <pc:spChg chg="mod">
          <ac:chgData name="Sun, Steven" userId="672fd9e1-130d-4d83-bf46-4352c41140a3" providerId="ADAL" clId="{33C68A6E-30E6-4455-9392-469BFD8ACFCB}" dt="2026-03-15T16:00:27.962" v="732" actId="1076"/>
          <ac:spMkLst>
            <pc:docMk/>
            <pc:sldMk cId="300464526" sldId="261"/>
            <ac:spMk id="2" creationId="{8C1CF3B1-2B78-CA7A-9636-E004EFCAFD82}"/>
          </ac:spMkLst>
        </pc:spChg>
        <pc:spChg chg="mod">
          <ac:chgData name="Sun, Steven" userId="672fd9e1-130d-4d83-bf46-4352c41140a3" providerId="ADAL" clId="{33C68A6E-30E6-4455-9392-469BFD8ACFCB}" dt="2026-03-15T16:00:21.509" v="731" actId="20577"/>
          <ac:spMkLst>
            <pc:docMk/>
            <pc:sldMk cId="300464526" sldId="261"/>
            <ac:spMk id="26" creationId="{75200D72-AAAE-0901-3A8B-FDE07F0D918D}"/>
          </ac:spMkLst>
        </pc:spChg>
        <pc:picChg chg="add del">
          <ac:chgData name="Sun, Steven" userId="672fd9e1-130d-4d83-bf46-4352c41140a3" providerId="ADAL" clId="{33C68A6E-30E6-4455-9392-469BFD8ACFCB}" dt="2026-03-15T15:46:49.678" v="307" actId="478"/>
          <ac:picMkLst>
            <pc:docMk/>
            <pc:sldMk cId="300464526" sldId="261"/>
            <ac:picMk id="7" creationId="{C387331E-C0BE-3075-BCD4-62925AAA154E}"/>
          </ac:picMkLst>
        </pc:picChg>
      </pc:sldChg>
      <pc:sldChg chg="addSp modSp new mod">
        <pc:chgData name="Sun, Steven" userId="672fd9e1-130d-4d83-bf46-4352c41140a3" providerId="ADAL" clId="{33C68A6E-30E6-4455-9392-469BFD8ACFCB}" dt="2026-03-15T15:48:09.468" v="383" actId="14100"/>
        <pc:sldMkLst>
          <pc:docMk/>
          <pc:sldMk cId="3334381146" sldId="262"/>
        </pc:sldMkLst>
        <pc:picChg chg="add mod">
          <ac:chgData name="Sun, Steven" userId="672fd9e1-130d-4d83-bf46-4352c41140a3" providerId="ADAL" clId="{33C68A6E-30E6-4455-9392-469BFD8ACFCB}" dt="2026-03-15T15:48:09.468" v="383" actId="14100"/>
          <ac:picMkLst>
            <pc:docMk/>
            <pc:sldMk cId="3334381146" sldId="262"/>
            <ac:picMk id="5" creationId="{298CF924-9D23-B22D-311E-BA268DA85C92}"/>
          </ac:picMkLst>
        </pc:picChg>
      </pc:sldChg>
      <pc:sldChg chg="addSp delSp modSp new mod">
        <pc:chgData name="Sun, Steven" userId="672fd9e1-130d-4d83-bf46-4352c41140a3" providerId="ADAL" clId="{33C68A6E-30E6-4455-9392-469BFD8ACFCB}" dt="2026-03-15T15:55:09.426" v="603" actId="207"/>
        <pc:sldMkLst>
          <pc:docMk/>
          <pc:sldMk cId="3269207892" sldId="263"/>
        </pc:sldMkLst>
        <pc:spChg chg="del">
          <ac:chgData name="Sun, Steven" userId="672fd9e1-130d-4d83-bf46-4352c41140a3" providerId="ADAL" clId="{33C68A6E-30E6-4455-9392-469BFD8ACFCB}" dt="2026-03-15T15:49:13.008" v="412"/>
          <ac:spMkLst>
            <pc:docMk/>
            <pc:sldMk cId="3269207892" sldId="263"/>
            <ac:spMk id="3" creationId="{E920CDDD-C9B7-ECBF-EBA6-4C6FE6D3E621}"/>
          </ac:spMkLst>
        </pc:spChg>
        <pc:spChg chg="add mod">
          <ac:chgData name="Sun, Steven" userId="672fd9e1-130d-4d83-bf46-4352c41140a3" providerId="ADAL" clId="{33C68A6E-30E6-4455-9392-469BFD8ACFCB}" dt="2026-03-15T15:55:09.426" v="603" actId="207"/>
          <ac:spMkLst>
            <pc:docMk/>
            <pc:sldMk cId="3269207892" sldId="263"/>
            <ac:spMk id="6" creationId="{D159B870-DCE8-304D-A20E-26455E927ACC}"/>
          </ac:spMkLst>
        </pc:spChg>
        <pc:spChg chg="add mod">
          <ac:chgData name="Sun, Steven" userId="672fd9e1-130d-4d83-bf46-4352c41140a3" providerId="ADAL" clId="{33C68A6E-30E6-4455-9392-469BFD8ACFCB}" dt="2026-03-15T15:55:09.426" v="603" actId="207"/>
          <ac:spMkLst>
            <pc:docMk/>
            <pc:sldMk cId="3269207892" sldId="263"/>
            <ac:spMk id="7" creationId="{133386A9-765D-5237-C6DE-4EE0134D82B5}"/>
          </ac:spMkLst>
        </pc:spChg>
        <pc:spChg chg="add mod">
          <ac:chgData name="Sun, Steven" userId="672fd9e1-130d-4d83-bf46-4352c41140a3" providerId="ADAL" clId="{33C68A6E-30E6-4455-9392-469BFD8ACFCB}" dt="2026-03-15T15:55:09.426" v="603" actId="207"/>
          <ac:spMkLst>
            <pc:docMk/>
            <pc:sldMk cId="3269207892" sldId="263"/>
            <ac:spMk id="8" creationId="{E300AE15-7057-197B-4101-FB87A492DDB9}"/>
          </ac:spMkLst>
        </pc:spChg>
        <pc:picChg chg="add mod ord">
          <ac:chgData name="Sun, Steven" userId="672fd9e1-130d-4d83-bf46-4352c41140a3" providerId="ADAL" clId="{33C68A6E-30E6-4455-9392-469BFD8ACFCB}" dt="2026-03-15T15:49:21.680" v="415" actId="1076"/>
          <ac:picMkLst>
            <pc:docMk/>
            <pc:sldMk cId="3269207892" sldId="263"/>
            <ac:picMk id="5" creationId="{C4FD544F-E1DE-4B46-0489-AA1FC6B0B34E}"/>
          </ac:picMkLst>
        </pc:picChg>
      </pc:sldChg>
      <pc:sldChg chg="modSp new del mod">
        <pc:chgData name="Sun, Steven" userId="672fd9e1-130d-4d83-bf46-4352c41140a3" providerId="ADAL" clId="{33C68A6E-30E6-4455-9392-469BFD8ACFCB}" dt="2026-03-15T15:50:46.648" v="455" actId="47"/>
        <pc:sldMkLst>
          <pc:docMk/>
          <pc:sldMk cId="4189313238" sldId="264"/>
        </pc:sldMkLst>
        <pc:spChg chg="mod">
          <ac:chgData name="Sun, Steven" userId="672fd9e1-130d-4d83-bf46-4352c41140a3" providerId="ADAL" clId="{33C68A6E-30E6-4455-9392-469BFD8ACFCB}" dt="2026-03-15T15:50:29.526" v="450" actId="1076"/>
          <ac:spMkLst>
            <pc:docMk/>
            <pc:sldMk cId="4189313238" sldId="264"/>
            <ac:spMk id="2" creationId="{E0201CD3-3FA1-E114-68FD-5904F87DCB76}"/>
          </ac:spMkLst>
        </pc:spChg>
      </pc:sldChg>
      <pc:sldChg chg="addSp delSp modSp add mod setBg delDesignElem">
        <pc:chgData name="Sun, Steven" userId="672fd9e1-130d-4d83-bf46-4352c41140a3" providerId="ADAL" clId="{33C68A6E-30E6-4455-9392-469BFD8ACFCB}" dt="2026-03-15T15:54:19.970" v="567" actId="20577"/>
        <pc:sldMkLst>
          <pc:docMk/>
          <pc:sldMk cId="1605906832" sldId="265"/>
        </pc:sldMkLst>
        <pc:spChg chg="del">
          <ac:chgData name="Sun, Steven" userId="672fd9e1-130d-4d83-bf46-4352c41140a3" providerId="ADAL" clId="{33C68A6E-30E6-4455-9392-469BFD8ACFCB}" dt="2026-03-15T15:50:37.927" v="453" actId="478"/>
          <ac:spMkLst>
            <pc:docMk/>
            <pc:sldMk cId="1605906832" sldId="265"/>
            <ac:spMk id="7" creationId="{54994C8B-58EA-8EEA-67CA-F95440863303}"/>
          </ac:spMkLst>
        </pc:spChg>
        <pc:spChg chg="del">
          <ac:chgData name="Sun, Steven" userId="672fd9e1-130d-4d83-bf46-4352c41140a3" providerId="ADAL" clId="{33C68A6E-30E6-4455-9392-469BFD8ACFCB}" dt="2026-03-15T15:50:37.927" v="453" actId="478"/>
          <ac:spMkLst>
            <pc:docMk/>
            <pc:sldMk cId="1605906832" sldId="265"/>
            <ac:spMk id="8" creationId="{5DDD9DDA-C09A-35C7-E35B-8C2F43C1990C}"/>
          </ac:spMkLst>
        </pc:spChg>
        <pc:spChg chg="del">
          <ac:chgData name="Sun, Steven" userId="672fd9e1-130d-4d83-bf46-4352c41140a3" providerId="ADAL" clId="{33C68A6E-30E6-4455-9392-469BFD8ACFCB}" dt="2026-03-15T15:50:37.927" v="453" actId="478"/>
          <ac:spMkLst>
            <pc:docMk/>
            <pc:sldMk cId="1605906832" sldId="265"/>
            <ac:spMk id="10" creationId="{8A4474BA-CCBA-B916-E90A-AB85060B0F9D}"/>
          </ac:spMkLst>
        </pc:spChg>
        <pc:spChg chg="add mod">
          <ac:chgData name="Sun, Steven" userId="672fd9e1-130d-4d83-bf46-4352c41140a3" providerId="ADAL" clId="{33C68A6E-30E6-4455-9392-469BFD8ACFCB}" dt="2026-03-15T15:54:19.970" v="567" actId="20577"/>
          <ac:spMkLst>
            <pc:docMk/>
            <pc:sldMk cId="1605906832" sldId="265"/>
            <ac:spMk id="11" creationId="{AED28E60-4887-AC60-050A-71D5F931492F}"/>
          </ac:spMkLst>
        </pc:spChg>
        <pc:spChg chg="add mod">
          <ac:chgData name="Sun, Steven" userId="672fd9e1-130d-4d83-bf46-4352c41140a3" providerId="ADAL" clId="{33C68A6E-30E6-4455-9392-469BFD8ACFCB}" dt="2026-03-15T15:50:43.412" v="454"/>
          <ac:spMkLst>
            <pc:docMk/>
            <pc:sldMk cId="1605906832" sldId="265"/>
            <ac:spMk id="12" creationId="{A919F3B6-F696-ECAE-DD6B-FBF285AA6105}"/>
          </ac:spMkLst>
        </pc:spChg>
        <pc:spChg chg="del">
          <ac:chgData name="Sun, Steven" userId="672fd9e1-130d-4d83-bf46-4352c41140a3" providerId="ADAL" clId="{33C68A6E-30E6-4455-9392-469BFD8ACFCB}" dt="2026-03-15T15:50:34.497" v="452"/>
          <ac:spMkLst>
            <pc:docMk/>
            <pc:sldMk cId="1605906832" sldId="265"/>
            <ac:spMk id="15" creationId="{3D41B57F-083F-6797-F546-8DA9ED333F88}"/>
          </ac:spMkLst>
        </pc:spChg>
        <pc:grpChg chg="del">
          <ac:chgData name="Sun, Steven" userId="672fd9e1-130d-4d83-bf46-4352c41140a3" providerId="ADAL" clId="{33C68A6E-30E6-4455-9392-469BFD8ACFCB}" dt="2026-03-15T15:50:37.927" v="453" actId="478"/>
          <ac:grpSpMkLst>
            <pc:docMk/>
            <pc:sldMk cId="1605906832" sldId="265"/>
            <ac:grpSpMk id="2" creationId="{A8422980-33AF-424D-8565-BDE2264DF3E3}"/>
          </ac:grpSpMkLst>
        </pc:grpChg>
        <pc:graphicFrameChg chg="del">
          <ac:chgData name="Sun, Steven" userId="672fd9e1-130d-4d83-bf46-4352c41140a3" providerId="ADAL" clId="{33C68A6E-30E6-4455-9392-469BFD8ACFCB}" dt="2026-03-15T15:50:37.927" v="453" actId="478"/>
          <ac:graphicFrameMkLst>
            <pc:docMk/>
            <pc:sldMk cId="1605906832" sldId="265"/>
            <ac:graphicFrameMk id="5" creationId="{8D6EB9FE-1FD4-11D7-F770-A907271AEF14}"/>
          </ac:graphicFrameMkLst>
        </pc:graphicFrameChg>
        <pc:picChg chg="add mod">
          <ac:chgData name="Sun, Steven" userId="672fd9e1-130d-4d83-bf46-4352c41140a3" providerId="ADAL" clId="{33C68A6E-30E6-4455-9392-469BFD8ACFCB}" dt="2026-03-15T15:54:07.012" v="525" actId="1076"/>
          <ac:picMkLst>
            <pc:docMk/>
            <pc:sldMk cId="1605906832" sldId="265"/>
            <ac:picMk id="14" creationId="{A47987A3-F995-65BB-B365-823123F80020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72FA9F-6FD7-419A-A4B1-3599725876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5BF08B6-EAE8-4CFD-AEAB-B36590F12549}">
      <dgm:prSet custT="1"/>
      <dgm:spPr/>
      <dgm:t>
        <a:bodyPr/>
        <a:lstStyle/>
        <a:p>
          <a:r>
            <a:rPr lang="en-GB" sz="3200"/>
            <a:t>MagSafe</a:t>
          </a:r>
          <a:r>
            <a:rPr lang="en-GB" sz="2000"/>
            <a:t> </a:t>
          </a:r>
          <a:endParaRPr lang="en-US" sz="2000"/>
        </a:p>
      </dgm:t>
    </dgm:pt>
    <dgm:pt modelId="{232F0184-0071-43E7-AAE3-62C3A5461DF4}" type="parTrans" cxnId="{0285C522-4B4B-4155-ABBE-69D3488BCCF4}">
      <dgm:prSet/>
      <dgm:spPr/>
      <dgm:t>
        <a:bodyPr/>
        <a:lstStyle/>
        <a:p>
          <a:endParaRPr lang="en-US"/>
        </a:p>
      </dgm:t>
    </dgm:pt>
    <dgm:pt modelId="{412C5E07-A1B9-410B-BFC6-613C9FABB5E4}" type="sibTrans" cxnId="{0285C522-4B4B-4155-ABBE-69D3488BCCF4}">
      <dgm:prSet/>
      <dgm:spPr/>
      <dgm:t>
        <a:bodyPr/>
        <a:lstStyle/>
        <a:p>
          <a:endParaRPr lang="en-US"/>
        </a:p>
      </dgm:t>
    </dgm:pt>
    <dgm:pt modelId="{541EFC17-7A39-4141-8137-C3C2573FC183}">
      <dgm:prSet custT="1"/>
      <dgm:spPr/>
      <dgm:t>
        <a:bodyPr/>
        <a:lstStyle/>
        <a:p>
          <a:r>
            <a:rPr lang="en-GB" sz="2800"/>
            <a:t>Movements of phone </a:t>
          </a:r>
        </a:p>
        <a:p>
          <a:r>
            <a:rPr lang="en-GB" sz="2800"/>
            <a:t>AI analyse laptop cam.</a:t>
          </a:r>
          <a:endParaRPr lang="en-US" sz="2000"/>
        </a:p>
      </dgm:t>
    </dgm:pt>
    <dgm:pt modelId="{3E5D26A4-4FE3-46D3-99C1-B99135D69C32}" type="parTrans" cxnId="{C4FB42B5-5935-43B1-A412-AF7B8B99462E}">
      <dgm:prSet/>
      <dgm:spPr/>
      <dgm:t>
        <a:bodyPr/>
        <a:lstStyle/>
        <a:p>
          <a:endParaRPr lang="en-US"/>
        </a:p>
      </dgm:t>
    </dgm:pt>
    <dgm:pt modelId="{CE561896-4B75-4A59-85E9-09C7AD77BD36}" type="sibTrans" cxnId="{C4FB42B5-5935-43B1-A412-AF7B8B99462E}">
      <dgm:prSet/>
      <dgm:spPr/>
      <dgm:t>
        <a:bodyPr/>
        <a:lstStyle/>
        <a:p>
          <a:endParaRPr lang="en-US"/>
        </a:p>
      </dgm:t>
    </dgm:pt>
    <dgm:pt modelId="{E14F9992-4663-4DA2-A673-73A61485AB9F}">
      <dgm:prSet/>
      <dgm:spPr/>
      <dgm:t>
        <a:bodyPr/>
        <a:lstStyle/>
        <a:p>
          <a:r>
            <a:rPr lang="en-GB"/>
            <a:t>RESPONSE</a:t>
          </a:r>
          <a:endParaRPr lang="en-US"/>
        </a:p>
      </dgm:t>
    </dgm:pt>
    <dgm:pt modelId="{54D53B9F-4DC3-41CA-A8CB-37CB12092EEB}" type="parTrans" cxnId="{18F86E53-94C8-441A-AFFD-4DAE04346B70}">
      <dgm:prSet/>
      <dgm:spPr/>
      <dgm:t>
        <a:bodyPr/>
        <a:lstStyle/>
        <a:p>
          <a:endParaRPr lang="en-US"/>
        </a:p>
      </dgm:t>
    </dgm:pt>
    <dgm:pt modelId="{2F11FDEA-2DBF-4F95-98EC-5BDAD5A5C114}" type="sibTrans" cxnId="{18F86E53-94C8-441A-AFFD-4DAE04346B70}">
      <dgm:prSet/>
      <dgm:spPr/>
      <dgm:t>
        <a:bodyPr/>
        <a:lstStyle/>
        <a:p>
          <a:endParaRPr lang="en-US"/>
        </a:p>
      </dgm:t>
    </dgm:pt>
    <dgm:pt modelId="{B9C2FEDE-4D38-45EC-B047-78074D5AD533}" type="pres">
      <dgm:prSet presAssocID="{D872FA9F-6FD7-419A-A4B1-3599725876A4}" presName="root" presStyleCnt="0">
        <dgm:presLayoutVars>
          <dgm:dir/>
          <dgm:resizeHandles val="exact"/>
        </dgm:presLayoutVars>
      </dgm:prSet>
      <dgm:spPr/>
    </dgm:pt>
    <dgm:pt modelId="{BBC3EDD7-18AA-4E09-BDC5-29E54ECF7AD3}" type="pres">
      <dgm:prSet presAssocID="{75BF08B6-EAE8-4CFD-AEAB-B36590F12549}" presName="compNode" presStyleCnt="0"/>
      <dgm:spPr/>
    </dgm:pt>
    <dgm:pt modelId="{83E33740-EF3B-477A-A45F-3DA0D1D1D877}" type="pres">
      <dgm:prSet presAssocID="{75BF08B6-EAE8-4CFD-AEAB-B36590F12549}" presName="bgRect" presStyleLbl="bgShp" presStyleIdx="0" presStyleCnt="3"/>
      <dgm:spPr/>
    </dgm:pt>
    <dgm:pt modelId="{82384224-CBFA-416B-95FC-278949301BCF}" type="pres">
      <dgm:prSet presAssocID="{75BF08B6-EAE8-4CFD-AEAB-B36590F1254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2BD17FF-9ED9-4C20-81C5-A7C54781E4A6}" type="pres">
      <dgm:prSet presAssocID="{75BF08B6-EAE8-4CFD-AEAB-B36590F12549}" presName="spaceRect" presStyleCnt="0"/>
      <dgm:spPr/>
    </dgm:pt>
    <dgm:pt modelId="{C12D850E-B88C-4E17-B86F-C6424AD1F875}" type="pres">
      <dgm:prSet presAssocID="{75BF08B6-EAE8-4CFD-AEAB-B36590F12549}" presName="parTx" presStyleLbl="revTx" presStyleIdx="0" presStyleCnt="3">
        <dgm:presLayoutVars>
          <dgm:chMax val="0"/>
          <dgm:chPref val="0"/>
        </dgm:presLayoutVars>
      </dgm:prSet>
      <dgm:spPr/>
    </dgm:pt>
    <dgm:pt modelId="{5B7F8BB3-57F7-45AF-BB46-377C84FC5984}" type="pres">
      <dgm:prSet presAssocID="{412C5E07-A1B9-410B-BFC6-613C9FABB5E4}" presName="sibTrans" presStyleCnt="0"/>
      <dgm:spPr/>
    </dgm:pt>
    <dgm:pt modelId="{DE2BE6B0-F3A3-46E7-B84F-16BD0CD0C89A}" type="pres">
      <dgm:prSet presAssocID="{541EFC17-7A39-4141-8137-C3C2573FC183}" presName="compNode" presStyleCnt="0"/>
      <dgm:spPr/>
    </dgm:pt>
    <dgm:pt modelId="{5F4B12BC-0623-4224-9D28-2D36B49C25BF}" type="pres">
      <dgm:prSet presAssocID="{541EFC17-7A39-4141-8137-C3C2573FC183}" presName="bgRect" presStyleLbl="bgShp" presStyleIdx="1" presStyleCnt="3"/>
      <dgm:spPr/>
    </dgm:pt>
    <dgm:pt modelId="{F27FA50B-4F3A-464A-9DE5-1D1B47C0E647}" type="pres">
      <dgm:prSet presAssocID="{541EFC17-7A39-4141-8137-C3C2573FC18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AEE17AD-8B7D-4D14-B052-A5867C3C6BE3}" type="pres">
      <dgm:prSet presAssocID="{541EFC17-7A39-4141-8137-C3C2573FC183}" presName="spaceRect" presStyleCnt="0"/>
      <dgm:spPr/>
    </dgm:pt>
    <dgm:pt modelId="{5506FB54-ADDB-4C3E-9482-B43511B84054}" type="pres">
      <dgm:prSet presAssocID="{541EFC17-7A39-4141-8137-C3C2573FC183}" presName="parTx" presStyleLbl="revTx" presStyleIdx="1" presStyleCnt="3">
        <dgm:presLayoutVars>
          <dgm:chMax val="0"/>
          <dgm:chPref val="0"/>
        </dgm:presLayoutVars>
      </dgm:prSet>
      <dgm:spPr/>
    </dgm:pt>
    <dgm:pt modelId="{B63218CB-F61C-4632-8147-A311356B43E1}" type="pres">
      <dgm:prSet presAssocID="{CE561896-4B75-4A59-85E9-09C7AD77BD36}" presName="sibTrans" presStyleCnt="0"/>
      <dgm:spPr/>
    </dgm:pt>
    <dgm:pt modelId="{FFC76FB1-67FD-4DAE-98F7-2BCBA5E94589}" type="pres">
      <dgm:prSet presAssocID="{E14F9992-4663-4DA2-A673-73A61485AB9F}" presName="compNode" presStyleCnt="0"/>
      <dgm:spPr/>
    </dgm:pt>
    <dgm:pt modelId="{8939557E-C270-4B36-B7DC-EDD38974A211}" type="pres">
      <dgm:prSet presAssocID="{E14F9992-4663-4DA2-A673-73A61485AB9F}" presName="bgRect" presStyleLbl="bgShp" presStyleIdx="2" presStyleCnt="3"/>
      <dgm:spPr/>
    </dgm:pt>
    <dgm:pt modelId="{218D2FAE-E4D5-42B5-BD8C-3BF978F259E5}" type="pres">
      <dgm:prSet presAssocID="{E14F9992-4663-4DA2-A673-73A61485AB9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991732C1-B439-482F-83FF-1D6DC1FBF45D}" type="pres">
      <dgm:prSet presAssocID="{E14F9992-4663-4DA2-A673-73A61485AB9F}" presName="spaceRect" presStyleCnt="0"/>
      <dgm:spPr/>
    </dgm:pt>
    <dgm:pt modelId="{CC4FEF3C-B948-4E60-B04B-C1C2ED2B0E69}" type="pres">
      <dgm:prSet presAssocID="{E14F9992-4663-4DA2-A673-73A61485AB9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BE3BC0B-B0C4-4DF0-AEBB-DC9E26FBA6AF}" type="presOf" srcId="{E14F9992-4663-4DA2-A673-73A61485AB9F}" destId="{CC4FEF3C-B948-4E60-B04B-C1C2ED2B0E69}" srcOrd="0" destOrd="0" presId="urn:microsoft.com/office/officeart/2018/2/layout/IconVerticalSolidList"/>
    <dgm:cxn modelId="{0285C522-4B4B-4155-ABBE-69D3488BCCF4}" srcId="{D872FA9F-6FD7-419A-A4B1-3599725876A4}" destId="{75BF08B6-EAE8-4CFD-AEAB-B36590F12549}" srcOrd="0" destOrd="0" parTransId="{232F0184-0071-43E7-AAE3-62C3A5461DF4}" sibTransId="{412C5E07-A1B9-410B-BFC6-613C9FABB5E4}"/>
    <dgm:cxn modelId="{18F86E53-94C8-441A-AFFD-4DAE04346B70}" srcId="{D872FA9F-6FD7-419A-A4B1-3599725876A4}" destId="{E14F9992-4663-4DA2-A673-73A61485AB9F}" srcOrd="2" destOrd="0" parTransId="{54D53B9F-4DC3-41CA-A8CB-37CB12092EEB}" sibTransId="{2F11FDEA-2DBF-4F95-98EC-5BDAD5A5C114}"/>
    <dgm:cxn modelId="{C4FB42B5-5935-43B1-A412-AF7B8B99462E}" srcId="{D872FA9F-6FD7-419A-A4B1-3599725876A4}" destId="{541EFC17-7A39-4141-8137-C3C2573FC183}" srcOrd="1" destOrd="0" parTransId="{3E5D26A4-4FE3-46D3-99C1-B99135D69C32}" sibTransId="{CE561896-4B75-4A59-85E9-09C7AD77BD36}"/>
    <dgm:cxn modelId="{BE6D6ACF-2F86-45E9-9FF6-FC45DAC1551E}" type="presOf" srcId="{541EFC17-7A39-4141-8137-C3C2573FC183}" destId="{5506FB54-ADDB-4C3E-9482-B43511B84054}" srcOrd="0" destOrd="0" presId="urn:microsoft.com/office/officeart/2018/2/layout/IconVerticalSolidList"/>
    <dgm:cxn modelId="{4F0B05E1-5CFD-4D9E-BFAF-CB00F0EF93C7}" type="presOf" srcId="{D872FA9F-6FD7-419A-A4B1-3599725876A4}" destId="{B9C2FEDE-4D38-45EC-B047-78074D5AD533}" srcOrd="0" destOrd="0" presId="urn:microsoft.com/office/officeart/2018/2/layout/IconVerticalSolidList"/>
    <dgm:cxn modelId="{BF3644F7-BBD4-4D26-9027-436CAFF5C872}" type="presOf" srcId="{75BF08B6-EAE8-4CFD-AEAB-B36590F12549}" destId="{C12D850E-B88C-4E17-B86F-C6424AD1F875}" srcOrd="0" destOrd="0" presId="urn:microsoft.com/office/officeart/2018/2/layout/IconVerticalSolidList"/>
    <dgm:cxn modelId="{853BC1E4-8CA2-4645-A4D9-269C5DCFB544}" type="presParOf" srcId="{B9C2FEDE-4D38-45EC-B047-78074D5AD533}" destId="{BBC3EDD7-18AA-4E09-BDC5-29E54ECF7AD3}" srcOrd="0" destOrd="0" presId="urn:microsoft.com/office/officeart/2018/2/layout/IconVerticalSolidList"/>
    <dgm:cxn modelId="{93A407EE-EA7F-4304-A716-0A22547DCAF7}" type="presParOf" srcId="{BBC3EDD7-18AA-4E09-BDC5-29E54ECF7AD3}" destId="{83E33740-EF3B-477A-A45F-3DA0D1D1D877}" srcOrd="0" destOrd="0" presId="urn:microsoft.com/office/officeart/2018/2/layout/IconVerticalSolidList"/>
    <dgm:cxn modelId="{8A56D9AA-4C52-46C1-B4BB-CBAA7D7B05DE}" type="presParOf" srcId="{BBC3EDD7-18AA-4E09-BDC5-29E54ECF7AD3}" destId="{82384224-CBFA-416B-95FC-278949301BCF}" srcOrd="1" destOrd="0" presId="urn:microsoft.com/office/officeart/2018/2/layout/IconVerticalSolidList"/>
    <dgm:cxn modelId="{000EE638-AD00-4DF4-B34C-0D493CF48CF0}" type="presParOf" srcId="{BBC3EDD7-18AA-4E09-BDC5-29E54ECF7AD3}" destId="{92BD17FF-9ED9-4C20-81C5-A7C54781E4A6}" srcOrd="2" destOrd="0" presId="urn:microsoft.com/office/officeart/2018/2/layout/IconVerticalSolidList"/>
    <dgm:cxn modelId="{11AB90F2-B9EB-4B23-AE58-E4C86C71DB18}" type="presParOf" srcId="{BBC3EDD7-18AA-4E09-BDC5-29E54ECF7AD3}" destId="{C12D850E-B88C-4E17-B86F-C6424AD1F875}" srcOrd="3" destOrd="0" presId="urn:microsoft.com/office/officeart/2018/2/layout/IconVerticalSolidList"/>
    <dgm:cxn modelId="{B4923722-0C7E-47A9-92C1-4AED38DB96AB}" type="presParOf" srcId="{B9C2FEDE-4D38-45EC-B047-78074D5AD533}" destId="{5B7F8BB3-57F7-45AF-BB46-377C84FC5984}" srcOrd="1" destOrd="0" presId="urn:microsoft.com/office/officeart/2018/2/layout/IconVerticalSolidList"/>
    <dgm:cxn modelId="{FED327C2-26E1-4037-AE10-7D82B733BCFF}" type="presParOf" srcId="{B9C2FEDE-4D38-45EC-B047-78074D5AD533}" destId="{DE2BE6B0-F3A3-46E7-B84F-16BD0CD0C89A}" srcOrd="2" destOrd="0" presId="urn:microsoft.com/office/officeart/2018/2/layout/IconVerticalSolidList"/>
    <dgm:cxn modelId="{A053B213-1DCE-4770-BF9B-CDF3F218CDCF}" type="presParOf" srcId="{DE2BE6B0-F3A3-46E7-B84F-16BD0CD0C89A}" destId="{5F4B12BC-0623-4224-9D28-2D36B49C25BF}" srcOrd="0" destOrd="0" presId="urn:microsoft.com/office/officeart/2018/2/layout/IconVerticalSolidList"/>
    <dgm:cxn modelId="{8249E473-138C-4A3A-9EF7-43A77007B70B}" type="presParOf" srcId="{DE2BE6B0-F3A3-46E7-B84F-16BD0CD0C89A}" destId="{F27FA50B-4F3A-464A-9DE5-1D1B47C0E647}" srcOrd="1" destOrd="0" presId="urn:microsoft.com/office/officeart/2018/2/layout/IconVerticalSolidList"/>
    <dgm:cxn modelId="{AACCD01B-295B-45D7-A0FC-0F4C5AA7219A}" type="presParOf" srcId="{DE2BE6B0-F3A3-46E7-B84F-16BD0CD0C89A}" destId="{DAEE17AD-8B7D-4D14-B052-A5867C3C6BE3}" srcOrd="2" destOrd="0" presId="urn:microsoft.com/office/officeart/2018/2/layout/IconVerticalSolidList"/>
    <dgm:cxn modelId="{51E6E834-8FCB-4359-A7CF-2B7583B9C680}" type="presParOf" srcId="{DE2BE6B0-F3A3-46E7-B84F-16BD0CD0C89A}" destId="{5506FB54-ADDB-4C3E-9482-B43511B84054}" srcOrd="3" destOrd="0" presId="urn:microsoft.com/office/officeart/2018/2/layout/IconVerticalSolidList"/>
    <dgm:cxn modelId="{0F5550C1-DFB8-4795-8B24-9560BE6525B0}" type="presParOf" srcId="{B9C2FEDE-4D38-45EC-B047-78074D5AD533}" destId="{B63218CB-F61C-4632-8147-A311356B43E1}" srcOrd="3" destOrd="0" presId="urn:microsoft.com/office/officeart/2018/2/layout/IconVerticalSolidList"/>
    <dgm:cxn modelId="{F1FE0DA2-6B87-417C-B6B3-9741E6CDF2A6}" type="presParOf" srcId="{B9C2FEDE-4D38-45EC-B047-78074D5AD533}" destId="{FFC76FB1-67FD-4DAE-98F7-2BCBA5E94589}" srcOrd="4" destOrd="0" presId="urn:microsoft.com/office/officeart/2018/2/layout/IconVerticalSolidList"/>
    <dgm:cxn modelId="{E62200FC-57F6-4746-9EBF-576D8F40359C}" type="presParOf" srcId="{FFC76FB1-67FD-4DAE-98F7-2BCBA5E94589}" destId="{8939557E-C270-4B36-B7DC-EDD38974A211}" srcOrd="0" destOrd="0" presId="urn:microsoft.com/office/officeart/2018/2/layout/IconVerticalSolidList"/>
    <dgm:cxn modelId="{7CBD0581-F0FF-40AF-A352-3221B4D6A464}" type="presParOf" srcId="{FFC76FB1-67FD-4DAE-98F7-2BCBA5E94589}" destId="{218D2FAE-E4D5-42B5-BD8C-3BF978F259E5}" srcOrd="1" destOrd="0" presId="urn:microsoft.com/office/officeart/2018/2/layout/IconVerticalSolidList"/>
    <dgm:cxn modelId="{DB515A53-8CA9-4888-B9C1-10C7EBE7991B}" type="presParOf" srcId="{FFC76FB1-67FD-4DAE-98F7-2BCBA5E94589}" destId="{991732C1-B439-482F-83FF-1D6DC1FBF45D}" srcOrd="2" destOrd="0" presId="urn:microsoft.com/office/officeart/2018/2/layout/IconVerticalSolidList"/>
    <dgm:cxn modelId="{EA986A80-BBAF-409F-8338-3E430237F993}" type="presParOf" srcId="{FFC76FB1-67FD-4DAE-98F7-2BCBA5E94589}" destId="{CC4FEF3C-B948-4E60-B04B-C1C2ED2B0E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1AF103-0BE7-4550-8427-5C3F73C1FE97}" type="doc">
      <dgm:prSet loTypeId="urn:microsoft.com/office/officeart/2005/8/layout/default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E519C75-36C8-4692-8B38-C5C0D7B643B2}">
      <dgm:prSet custT="1"/>
      <dgm:spPr/>
      <dgm:t>
        <a:bodyPr/>
        <a:lstStyle/>
        <a:p>
          <a:r>
            <a:rPr lang="en-GB" sz="3200"/>
            <a:t>Ultrasonic sensor in the device</a:t>
          </a:r>
          <a:endParaRPr lang="en-US" sz="3200"/>
        </a:p>
      </dgm:t>
    </dgm:pt>
    <dgm:pt modelId="{47A6F431-A797-4E03-BF39-CC496DA72B06}" type="parTrans" cxnId="{B17423B6-0AD9-4783-8FF2-86916595AC87}">
      <dgm:prSet/>
      <dgm:spPr/>
      <dgm:t>
        <a:bodyPr/>
        <a:lstStyle/>
        <a:p>
          <a:endParaRPr lang="en-US"/>
        </a:p>
      </dgm:t>
    </dgm:pt>
    <dgm:pt modelId="{F9EB81E8-BCF3-4188-BDE2-AE05AB392A30}" type="sibTrans" cxnId="{B17423B6-0AD9-4783-8FF2-86916595AC87}">
      <dgm:prSet/>
      <dgm:spPr/>
      <dgm:t>
        <a:bodyPr/>
        <a:lstStyle/>
        <a:p>
          <a:endParaRPr lang="en-US"/>
        </a:p>
      </dgm:t>
    </dgm:pt>
    <dgm:pt modelId="{4A42339C-734F-48D0-9DFB-4896EE913779}">
      <dgm:prSet custT="1"/>
      <dgm:spPr/>
      <dgm:t>
        <a:bodyPr/>
        <a:lstStyle/>
        <a:p>
          <a:r>
            <a:rPr lang="en-GB" sz="2800"/>
            <a:t>INCLINATION on phone streams to MATLAB app</a:t>
          </a:r>
          <a:endParaRPr lang="en-US" sz="2800"/>
        </a:p>
      </dgm:t>
    </dgm:pt>
    <dgm:pt modelId="{94D77411-658C-4A91-937A-6C6EC9DA6960}" type="parTrans" cxnId="{3FCB3DB2-3EB7-4A23-932A-581B0FD61620}">
      <dgm:prSet/>
      <dgm:spPr/>
      <dgm:t>
        <a:bodyPr/>
        <a:lstStyle/>
        <a:p>
          <a:endParaRPr lang="en-US"/>
        </a:p>
      </dgm:t>
    </dgm:pt>
    <dgm:pt modelId="{AA8C1075-8D91-435A-B0E5-4A3A010973C0}" type="sibTrans" cxnId="{3FCB3DB2-3EB7-4A23-932A-581B0FD61620}">
      <dgm:prSet/>
      <dgm:spPr/>
      <dgm:t>
        <a:bodyPr/>
        <a:lstStyle/>
        <a:p>
          <a:endParaRPr lang="en-US"/>
        </a:p>
      </dgm:t>
    </dgm:pt>
    <dgm:pt modelId="{9CBD1385-9C54-478B-A161-FB7FE56E3452}">
      <dgm:prSet custT="1"/>
      <dgm:spPr/>
      <dgm:t>
        <a:bodyPr/>
        <a:lstStyle/>
        <a:p>
          <a:r>
            <a:rPr lang="en-GB" sz="2400"/>
            <a:t>PRESENTS OF PHONE - YOLO one pass neural network </a:t>
          </a:r>
          <a:endParaRPr lang="en-US" sz="2400"/>
        </a:p>
      </dgm:t>
    </dgm:pt>
    <dgm:pt modelId="{286D7AC3-C4AE-4F02-AC17-9AB63B0EA795}" type="parTrans" cxnId="{AA105FDF-63E8-405D-A74E-7DA1CE7C57FE}">
      <dgm:prSet/>
      <dgm:spPr/>
      <dgm:t>
        <a:bodyPr/>
        <a:lstStyle/>
        <a:p>
          <a:endParaRPr lang="en-US"/>
        </a:p>
      </dgm:t>
    </dgm:pt>
    <dgm:pt modelId="{1BC3DA8D-7FFD-40A8-859F-C9867C81E066}" type="sibTrans" cxnId="{AA105FDF-63E8-405D-A74E-7DA1CE7C57FE}">
      <dgm:prSet/>
      <dgm:spPr/>
      <dgm:t>
        <a:bodyPr/>
        <a:lstStyle/>
        <a:p>
          <a:endParaRPr lang="en-US"/>
        </a:p>
      </dgm:t>
    </dgm:pt>
    <dgm:pt modelId="{4562108C-B49E-40E3-9598-2C91160074EA}">
      <dgm:prSet/>
      <dgm:spPr/>
      <dgm:t>
        <a:bodyPr/>
        <a:lstStyle/>
        <a:p>
          <a:r>
            <a:rPr lang="en-US"/>
            <a:t>head and eye tracker -</a:t>
          </a:r>
          <a:r>
            <a:rPr lang="en-US" err="1"/>
            <a:t>MediaPipe</a:t>
          </a:r>
          <a:r>
            <a:rPr lang="en-US"/>
            <a:t> (neutral network on certain points on the face)</a:t>
          </a:r>
        </a:p>
      </dgm:t>
    </dgm:pt>
    <dgm:pt modelId="{FF81E9DB-7F9A-48CE-B507-345B9B47D668}" type="sibTrans" cxnId="{BF267DF5-3B60-41FF-987B-58F597F89D13}">
      <dgm:prSet/>
      <dgm:spPr/>
      <dgm:t>
        <a:bodyPr/>
        <a:lstStyle/>
        <a:p>
          <a:endParaRPr lang="en-US"/>
        </a:p>
      </dgm:t>
    </dgm:pt>
    <dgm:pt modelId="{56446683-E71F-4700-B3F5-8EF40683E19A}" type="parTrans" cxnId="{BF267DF5-3B60-41FF-987B-58F597F89D13}">
      <dgm:prSet/>
      <dgm:spPr/>
      <dgm:t>
        <a:bodyPr/>
        <a:lstStyle/>
        <a:p>
          <a:endParaRPr lang="en-US"/>
        </a:p>
      </dgm:t>
    </dgm:pt>
    <dgm:pt modelId="{1D78F77A-18C0-49F4-8E7C-E701F43BD2BC}" type="pres">
      <dgm:prSet presAssocID="{411AF103-0BE7-4550-8427-5C3F73C1FE97}" presName="diagram" presStyleCnt="0">
        <dgm:presLayoutVars>
          <dgm:dir/>
          <dgm:resizeHandles val="exact"/>
        </dgm:presLayoutVars>
      </dgm:prSet>
      <dgm:spPr/>
    </dgm:pt>
    <dgm:pt modelId="{8D7AF450-85A0-4872-8570-3AFBF8322E8F}" type="pres">
      <dgm:prSet presAssocID="{DE519C75-36C8-4692-8B38-C5C0D7B643B2}" presName="node" presStyleLbl="node1" presStyleIdx="0" presStyleCnt="4" custLinFactNeighborX="-1200" custLinFactNeighborY="-9414">
        <dgm:presLayoutVars>
          <dgm:bulletEnabled val="1"/>
        </dgm:presLayoutVars>
      </dgm:prSet>
      <dgm:spPr/>
    </dgm:pt>
    <dgm:pt modelId="{8091536A-779A-4417-921C-E0FE3CA807B1}" type="pres">
      <dgm:prSet presAssocID="{F9EB81E8-BCF3-4188-BDE2-AE05AB392A30}" presName="sibTrans" presStyleCnt="0"/>
      <dgm:spPr/>
    </dgm:pt>
    <dgm:pt modelId="{7E5AE839-E617-4A6B-B769-91EFD64551A0}" type="pres">
      <dgm:prSet presAssocID="{4A42339C-734F-48D0-9DFB-4896EE913779}" presName="node" presStyleLbl="node1" presStyleIdx="1" presStyleCnt="4" custLinFactNeighborX="-1241" custLinFactNeighborY="-9414">
        <dgm:presLayoutVars>
          <dgm:bulletEnabled val="1"/>
        </dgm:presLayoutVars>
      </dgm:prSet>
      <dgm:spPr/>
    </dgm:pt>
    <dgm:pt modelId="{64AE4049-E5A9-42FD-9650-53F82AF15672}" type="pres">
      <dgm:prSet presAssocID="{AA8C1075-8D91-435A-B0E5-4A3A010973C0}" presName="sibTrans" presStyleCnt="0"/>
      <dgm:spPr/>
    </dgm:pt>
    <dgm:pt modelId="{A6ED68CC-4D39-4E4D-82B9-8D708B1E3512}" type="pres">
      <dgm:prSet presAssocID="{9CBD1385-9C54-478B-A161-FB7FE56E3452}" presName="node" presStyleLbl="node1" presStyleIdx="2" presStyleCnt="4" custLinFactNeighborX="1241" custLinFactNeighborY="22290">
        <dgm:presLayoutVars>
          <dgm:bulletEnabled val="1"/>
        </dgm:presLayoutVars>
      </dgm:prSet>
      <dgm:spPr/>
    </dgm:pt>
    <dgm:pt modelId="{4DAC7A1E-F0F9-4A93-9076-3B92359EE659}" type="pres">
      <dgm:prSet presAssocID="{1BC3DA8D-7FFD-40A8-859F-C9867C81E066}" presName="sibTrans" presStyleCnt="0"/>
      <dgm:spPr/>
    </dgm:pt>
    <dgm:pt modelId="{FD8EFCE9-2EFF-4A46-97BD-D68334D8D1A6}" type="pres">
      <dgm:prSet presAssocID="{4562108C-B49E-40E3-9598-2C91160074EA}" presName="node" presStyleLbl="node1" presStyleIdx="3" presStyleCnt="4" custLinFactNeighborX="-1241" custLinFactNeighborY="19293">
        <dgm:presLayoutVars>
          <dgm:bulletEnabled val="1"/>
        </dgm:presLayoutVars>
      </dgm:prSet>
      <dgm:spPr/>
    </dgm:pt>
  </dgm:ptLst>
  <dgm:cxnLst>
    <dgm:cxn modelId="{2219B258-C16A-4AE1-A8C1-140D35B33004}" type="presOf" srcId="{4A42339C-734F-48D0-9DFB-4896EE913779}" destId="{7E5AE839-E617-4A6B-B769-91EFD64551A0}" srcOrd="0" destOrd="0" presId="urn:microsoft.com/office/officeart/2005/8/layout/default"/>
    <dgm:cxn modelId="{DF142293-6AD5-425E-A160-06C0CBBCCA20}" type="presOf" srcId="{9CBD1385-9C54-478B-A161-FB7FE56E3452}" destId="{A6ED68CC-4D39-4E4D-82B9-8D708B1E3512}" srcOrd="0" destOrd="0" presId="urn:microsoft.com/office/officeart/2005/8/layout/default"/>
    <dgm:cxn modelId="{C7C996AC-00A6-498C-8271-F2D02BA314F9}" type="presOf" srcId="{DE519C75-36C8-4692-8B38-C5C0D7B643B2}" destId="{8D7AF450-85A0-4872-8570-3AFBF8322E8F}" srcOrd="0" destOrd="0" presId="urn:microsoft.com/office/officeart/2005/8/layout/default"/>
    <dgm:cxn modelId="{3FCB3DB2-3EB7-4A23-932A-581B0FD61620}" srcId="{411AF103-0BE7-4550-8427-5C3F73C1FE97}" destId="{4A42339C-734F-48D0-9DFB-4896EE913779}" srcOrd="1" destOrd="0" parTransId="{94D77411-658C-4A91-937A-6C6EC9DA6960}" sibTransId="{AA8C1075-8D91-435A-B0E5-4A3A010973C0}"/>
    <dgm:cxn modelId="{B17423B6-0AD9-4783-8FF2-86916595AC87}" srcId="{411AF103-0BE7-4550-8427-5C3F73C1FE97}" destId="{DE519C75-36C8-4692-8B38-C5C0D7B643B2}" srcOrd="0" destOrd="0" parTransId="{47A6F431-A797-4E03-BF39-CC496DA72B06}" sibTransId="{F9EB81E8-BCF3-4188-BDE2-AE05AB392A30}"/>
    <dgm:cxn modelId="{AA105FDF-63E8-405D-A74E-7DA1CE7C57FE}" srcId="{411AF103-0BE7-4550-8427-5C3F73C1FE97}" destId="{9CBD1385-9C54-478B-A161-FB7FE56E3452}" srcOrd="2" destOrd="0" parTransId="{286D7AC3-C4AE-4F02-AC17-9AB63B0EA795}" sibTransId="{1BC3DA8D-7FFD-40A8-859F-C9867C81E066}"/>
    <dgm:cxn modelId="{8D0894E5-17BF-4134-B97E-5527D3BEE314}" type="presOf" srcId="{411AF103-0BE7-4550-8427-5C3F73C1FE97}" destId="{1D78F77A-18C0-49F4-8E7C-E701F43BD2BC}" srcOrd="0" destOrd="0" presId="urn:microsoft.com/office/officeart/2005/8/layout/default"/>
    <dgm:cxn modelId="{875EBAF2-8313-4B70-BF46-AED197875C84}" type="presOf" srcId="{4562108C-B49E-40E3-9598-2C91160074EA}" destId="{FD8EFCE9-2EFF-4A46-97BD-D68334D8D1A6}" srcOrd="0" destOrd="0" presId="urn:microsoft.com/office/officeart/2005/8/layout/default"/>
    <dgm:cxn modelId="{BF267DF5-3B60-41FF-987B-58F597F89D13}" srcId="{411AF103-0BE7-4550-8427-5C3F73C1FE97}" destId="{4562108C-B49E-40E3-9598-2C91160074EA}" srcOrd="3" destOrd="0" parTransId="{56446683-E71F-4700-B3F5-8EF40683E19A}" sibTransId="{FF81E9DB-7F9A-48CE-B507-345B9B47D668}"/>
    <dgm:cxn modelId="{1D85DF26-8336-4387-8273-50952B66C5BC}" type="presParOf" srcId="{1D78F77A-18C0-49F4-8E7C-E701F43BD2BC}" destId="{8D7AF450-85A0-4872-8570-3AFBF8322E8F}" srcOrd="0" destOrd="0" presId="urn:microsoft.com/office/officeart/2005/8/layout/default"/>
    <dgm:cxn modelId="{F7B4F21E-C328-4AEC-98A7-2CF1A913172A}" type="presParOf" srcId="{1D78F77A-18C0-49F4-8E7C-E701F43BD2BC}" destId="{8091536A-779A-4417-921C-E0FE3CA807B1}" srcOrd="1" destOrd="0" presId="urn:microsoft.com/office/officeart/2005/8/layout/default"/>
    <dgm:cxn modelId="{2C83C14D-BD90-44A3-8333-BF2036CE352D}" type="presParOf" srcId="{1D78F77A-18C0-49F4-8E7C-E701F43BD2BC}" destId="{7E5AE839-E617-4A6B-B769-91EFD64551A0}" srcOrd="2" destOrd="0" presId="urn:microsoft.com/office/officeart/2005/8/layout/default"/>
    <dgm:cxn modelId="{1B06197B-382E-4991-88D3-E9913FF9AE9E}" type="presParOf" srcId="{1D78F77A-18C0-49F4-8E7C-E701F43BD2BC}" destId="{64AE4049-E5A9-42FD-9650-53F82AF15672}" srcOrd="3" destOrd="0" presId="urn:microsoft.com/office/officeart/2005/8/layout/default"/>
    <dgm:cxn modelId="{9FB5E46A-FFFF-4737-8499-FD2B6B81BD18}" type="presParOf" srcId="{1D78F77A-18C0-49F4-8E7C-E701F43BD2BC}" destId="{A6ED68CC-4D39-4E4D-82B9-8D708B1E3512}" srcOrd="4" destOrd="0" presId="urn:microsoft.com/office/officeart/2005/8/layout/default"/>
    <dgm:cxn modelId="{2B4AE4A8-B3F7-43D0-9874-E3FE6B86C588}" type="presParOf" srcId="{1D78F77A-18C0-49F4-8E7C-E701F43BD2BC}" destId="{4DAC7A1E-F0F9-4A93-9076-3B92359EE659}" srcOrd="5" destOrd="0" presId="urn:microsoft.com/office/officeart/2005/8/layout/default"/>
    <dgm:cxn modelId="{DFE1F8C6-091E-451E-BDF7-816AF541C9D6}" type="presParOf" srcId="{1D78F77A-18C0-49F4-8E7C-E701F43BD2BC}" destId="{FD8EFCE9-2EFF-4A46-97BD-D68334D8D1A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E33740-EF3B-477A-A45F-3DA0D1D1D877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84224-CBFA-416B-95FC-278949301BCF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2D850E-B88C-4E17-B86F-C6424AD1F875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MagSafe</a:t>
          </a:r>
          <a:r>
            <a:rPr lang="en-GB" sz="2000" kern="1200"/>
            <a:t> </a:t>
          </a:r>
          <a:endParaRPr lang="en-US" sz="2000" kern="1200"/>
        </a:p>
      </dsp:txBody>
      <dsp:txXfrm>
        <a:off x="1437631" y="531"/>
        <a:ext cx="9077968" cy="1244702"/>
      </dsp:txXfrm>
    </dsp:sp>
    <dsp:sp modelId="{5F4B12BC-0623-4224-9D28-2D36B49C25BF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7FA50B-4F3A-464A-9DE5-1D1B47C0E647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6FB54-ADDB-4C3E-9482-B43511B84054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Movements of phone 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AI analyse laptop cam.</a:t>
          </a:r>
          <a:endParaRPr lang="en-US" sz="2000" kern="1200"/>
        </a:p>
      </dsp:txBody>
      <dsp:txXfrm>
        <a:off x="1437631" y="1556410"/>
        <a:ext cx="9077968" cy="1244702"/>
      </dsp:txXfrm>
    </dsp:sp>
    <dsp:sp modelId="{8939557E-C270-4B36-B7DC-EDD38974A211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D2FAE-E4D5-42B5-BD8C-3BF978F259E5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4FEF3C-B948-4E60-B04B-C1C2ED2B0E69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RESPONSE</a:t>
          </a:r>
          <a:endParaRPr lang="en-US" sz="2500" kern="1200"/>
        </a:p>
      </dsp:txBody>
      <dsp:txXfrm>
        <a:off x="1437631" y="3112289"/>
        <a:ext cx="90779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7AF450-85A0-4872-8570-3AFBF8322E8F}">
      <dsp:nvSpPr>
        <dsp:cNvPr id="0" name=""/>
        <dsp:cNvSpPr/>
      </dsp:nvSpPr>
      <dsp:spPr>
        <a:xfrm>
          <a:off x="0" y="523210"/>
          <a:ext cx="3669188" cy="22015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/>
            <a:t>Ultrasonic sensor in the device</a:t>
          </a:r>
          <a:endParaRPr lang="en-US" sz="3200" kern="1200"/>
        </a:p>
      </dsp:txBody>
      <dsp:txXfrm>
        <a:off x="0" y="523210"/>
        <a:ext cx="3669188" cy="2201512"/>
      </dsp:txXfrm>
    </dsp:sp>
    <dsp:sp modelId="{7E5AE839-E617-4A6B-B769-91EFD64551A0}">
      <dsp:nvSpPr>
        <dsp:cNvPr id="0" name=""/>
        <dsp:cNvSpPr/>
      </dsp:nvSpPr>
      <dsp:spPr>
        <a:xfrm>
          <a:off x="3991513" y="523210"/>
          <a:ext cx="3669188" cy="2201512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INCLINATION on phone streams to MATLAB app</a:t>
          </a:r>
          <a:endParaRPr lang="en-US" sz="2800" kern="1200"/>
        </a:p>
      </dsp:txBody>
      <dsp:txXfrm>
        <a:off x="3991513" y="523210"/>
        <a:ext cx="3669188" cy="2201512"/>
      </dsp:txXfrm>
    </dsp:sp>
    <dsp:sp modelId="{A6ED68CC-4D39-4E4D-82B9-8D708B1E3512}">
      <dsp:nvSpPr>
        <dsp:cNvPr id="0" name=""/>
        <dsp:cNvSpPr/>
      </dsp:nvSpPr>
      <dsp:spPr>
        <a:xfrm>
          <a:off x="46475" y="3789610"/>
          <a:ext cx="3669188" cy="2201512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PRESENTS OF PHONE - YOLO one pass neural network </a:t>
          </a:r>
          <a:endParaRPr lang="en-US" sz="2400" kern="1200"/>
        </a:p>
      </dsp:txBody>
      <dsp:txXfrm>
        <a:off x="46475" y="3789610"/>
        <a:ext cx="3669188" cy="2201512"/>
      </dsp:txXfrm>
    </dsp:sp>
    <dsp:sp modelId="{FD8EFCE9-2EFF-4A46-97BD-D68334D8D1A6}">
      <dsp:nvSpPr>
        <dsp:cNvPr id="0" name=""/>
        <dsp:cNvSpPr/>
      </dsp:nvSpPr>
      <dsp:spPr>
        <a:xfrm>
          <a:off x="3991513" y="3723630"/>
          <a:ext cx="3669188" cy="220151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head and eye tracker -</a:t>
          </a:r>
          <a:r>
            <a:rPr lang="en-US" sz="3000" kern="1200" err="1"/>
            <a:t>MediaPipe</a:t>
          </a:r>
          <a:r>
            <a:rPr lang="en-US" sz="3000" kern="1200"/>
            <a:t> (neutral network on certain points on the face)</a:t>
          </a:r>
        </a:p>
      </dsp:txBody>
      <dsp:txXfrm>
        <a:off x="3991513" y="3723630"/>
        <a:ext cx="3669188" cy="22015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4E7A2-4264-A05E-D69B-9D28054DE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8E55F-AEA0-182E-2896-0A29F7638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8A7A9-5E1A-2CA4-14CB-5CA8E4539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89D9-BBD3-49DA-9C78-357813BAE90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9C601-164B-B927-A26E-F6763CF1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172E-56A3-98F0-BD71-F7F75E81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1EAB4-C273-450B-BFEF-FC26C42B74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19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A7E6E-5177-72E9-ADAE-719A97B9F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0AFCD-DDE8-3A10-EE7E-0C7A4C314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D67D6-6E2D-0CFC-5A96-BBD401E45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89D9-BBD3-49DA-9C78-357813BAE90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52380-113D-1A48-370D-C3435A592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89901-1A58-3E07-53AF-3C58AB41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1EAB4-C273-450B-BFEF-FC26C42B74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2297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561F6-9998-0CC1-9E6A-C0FB00C6A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1770D-6D4C-BFE9-948C-459E45655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F03A1-564B-B9B2-131A-CF55A1E0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89D9-BBD3-49DA-9C78-357813BAE90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FDE98-68AE-CB8A-7EC3-A372C2743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930CE-4A93-73E0-3CAB-6D2BAF81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1EAB4-C273-450B-BFEF-FC26C42B74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08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6C98-F45F-4104-697B-C765A6873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D0BA3-8E79-7458-7313-2E5AAB229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D2081-A9D6-94D3-DCE2-BDB601203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2C072-93EA-8227-732B-44660EED8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89D9-BBD3-49DA-9C78-357813BAE90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83819-3321-A075-4B5A-691D5497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B59E5-FC2C-BA4C-2919-C360F100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1EAB4-C273-450B-BFEF-FC26C42B74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01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BE8D3-D327-9031-CBC6-C4456C37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ECBC7-9AA6-5E64-5D9A-3122339D6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17F00-18BE-32A2-E7AF-3021D3307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C14717-AF52-6C11-DF43-1DD12E249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551240-0A94-06FF-FCBD-5305C2D0CE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C0F604-DD2B-B0F3-7A33-3F7DC947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89D9-BBD3-49DA-9C78-357813BAE90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9F6D3-68C4-5D48-E401-7CB17F5E6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002D3B-5A01-CCFF-2AD4-4C4469C2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1EAB4-C273-450B-BFEF-FC26C42B74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984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34DF-8B45-C442-3109-F396C5C5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655794-B5CF-04EE-37FF-5C119F065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89D9-BBD3-49DA-9C78-357813BAE90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679D3-DC34-C387-65B7-080CED0E6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C556D6-7B0B-C1F2-D5B9-87FB278C3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1EAB4-C273-450B-BFEF-FC26C42B74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062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3254CA-CC6C-B0B6-F345-F2C8C54A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89D9-BBD3-49DA-9C78-357813BAE90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285FF1-7C82-3A88-8A81-90751576A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C500F-8640-AC2F-7CA9-877AA0E3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1EAB4-C273-450B-BFEF-FC26C42B74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632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BF874-D9A3-CE3F-D5D9-F29C1095B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509A4-9A55-CF4D-2FAB-000A380B3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D3C68-7D3A-2E21-F1A4-749ED92D1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78F17-4509-01AC-34F8-682A8C6DE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89D9-BBD3-49DA-9C78-357813BAE90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7F23D-C852-31C7-117E-E3F4B36E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90FB3-7545-4BDD-123A-75364BB43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1EAB4-C273-450B-BFEF-FC26C42B74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018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62C1-D0D3-EF19-EE2F-4577B25AF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3CC19-DE0D-0D04-A00F-8BC9893828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48607-96EE-69C2-25DA-8F3D751FB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0406E-2B9F-17FE-83D4-ED908F06F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89D9-BBD3-49DA-9C78-357813BAE90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F20D5-2F86-AC14-663B-817D3A4C9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95260-C254-7315-14A5-97F65360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1EAB4-C273-450B-BFEF-FC26C42B74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034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C3632-76FE-0A8B-4CDE-D23EB927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D9B3D8-8254-1C55-5E25-AB2320EB4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EA3A6-CC52-3D53-BBB1-C96A3205A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89D9-BBD3-49DA-9C78-357813BAE90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CC33B-491C-8BC9-7DBA-679A0E03F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F635C-99F0-D60C-B06E-214C22899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1EAB4-C273-450B-BFEF-FC26C42B74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970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6CD143-59C9-2FE4-5E3A-797CE7539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E0A90E-E281-A353-724D-395C5BBF0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4F525-1792-0BD5-0BEE-AEA056F9A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89D9-BBD3-49DA-9C78-357813BAE90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EBB80-AC1C-BDBF-11C0-812E2FD0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1E6A7-9FCE-97A5-ED1B-C6B17375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51EAB4-C273-450B-BFEF-FC26C42B74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8939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FAC6D2-9B94-CCA6-36CA-9E80D97D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A5B63-939B-F946-BFD2-1711FF68F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F23E0-69FB-395C-76B3-5EF38F333D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B989D9-BBD3-49DA-9C78-357813BAE90B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66618-AFC6-F1AB-DE28-C2D8F47E6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8D477-5604-1192-822A-F93CF5921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51EAB4-C273-450B-BFEF-FC26C42B74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117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F7DCD-259F-3C62-64C2-22FD4ADE4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4156" y="3820957"/>
            <a:ext cx="5579328" cy="1732350"/>
          </a:xfrm>
        </p:spPr>
        <p:txBody>
          <a:bodyPr>
            <a:normAutofit/>
          </a:bodyPr>
          <a:lstStyle/>
          <a:p>
            <a:r>
              <a:rPr lang="en-GB" sz="9600">
                <a:latin typeface="Aptos Slab ExtraBold" panose="020B0004020202020204" pitchFamily="34" charset="0"/>
              </a:rPr>
              <a:t>Locked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BC252-F772-F31A-4A16-B2D717699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4157" y="5397384"/>
            <a:ext cx="5579327" cy="813845"/>
          </a:xfrm>
        </p:spPr>
        <p:txBody>
          <a:bodyPr/>
          <a:lstStyle/>
          <a:p>
            <a:r>
              <a:rPr lang="en-GB">
                <a:latin typeface="Aptos Slab ExtraBold" panose="020F0502020204030204" pitchFamily="34" charset="0"/>
              </a:rPr>
              <a:t>By The </a:t>
            </a:r>
            <a:r>
              <a:rPr lang="en-GB" err="1">
                <a:latin typeface="Aptos Slab ExtraBold" panose="020F0502020204030204" pitchFamily="34" charset="0"/>
              </a:rPr>
              <a:t>Doomscrollers</a:t>
            </a:r>
            <a:endParaRPr lang="en-GB">
              <a:latin typeface="Aptos Slab ExtraBold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17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A5DA4-0D1C-A011-A971-2BFB09443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75DC6-2634-7B7B-95C6-823918867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8CF924-9D23-B22D-311E-BA268DA85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86"/>
            <a:ext cx="12251342" cy="689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81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9EC5B-CA7F-3E1E-FF8E-3D21AF280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46" y="0"/>
            <a:ext cx="4977976" cy="1454051"/>
          </a:xfrm>
        </p:spPr>
        <p:txBody>
          <a:bodyPr>
            <a:normAutofit/>
          </a:bodyPr>
          <a:lstStyle/>
          <a:p>
            <a:r>
              <a:rPr lang="en-GB" sz="3600" b="1">
                <a:solidFill>
                  <a:schemeClr val="tx2"/>
                </a:solidFill>
              </a:rPr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5DA83-033D-8110-BB1E-854062512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1" y="1629090"/>
            <a:ext cx="7101247" cy="4431882"/>
          </a:xfrm>
        </p:spPr>
        <p:txBody>
          <a:bodyPr anchor="ctr">
            <a:normAutofit/>
          </a:bodyPr>
          <a:lstStyle/>
          <a:p>
            <a:r>
              <a:rPr lang="en-GB" sz="4400" b="1">
                <a:solidFill>
                  <a:schemeClr val="tx2"/>
                </a:solidFill>
              </a:rPr>
              <a:t>concentration and focus</a:t>
            </a:r>
          </a:p>
          <a:p>
            <a:endParaRPr lang="en-GB" sz="4400" b="1">
              <a:solidFill>
                <a:schemeClr val="tx2"/>
              </a:solidFill>
            </a:endParaRPr>
          </a:p>
          <a:p>
            <a:r>
              <a:rPr lang="en-GB" sz="4400" b="1">
                <a:solidFill>
                  <a:schemeClr val="tx2"/>
                </a:solidFill>
              </a:rPr>
              <a:t>stress and mental wellbeing</a:t>
            </a:r>
          </a:p>
          <a:p>
            <a:endParaRPr lang="en-GB" sz="4400" b="1">
              <a:solidFill>
                <a:schemeClr val="tx2"/>
              </a:solidFill>
            </a:endParaRPr>
          </a:p>
          <a:p>
            <a:endParaRPr lang="en-GB" sz="4400" b="1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Brain in head">
            <a:extLst>
              <a:ext uri="{FF2B5EF4-FFF2-40B4-BE49-F238E27FC236}">
                <a16:creationId xmlns:a16="http://schemas.microsoft.com/office/drawing/2014/main" id="{8A83A01F-8B48-0887-B9E3-952A6FD61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09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3ECB1C-001E-AA69-1A3C-ED5BC6598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/>
              <a:t>Solution: Locked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DA82DE0-830D-CA02-9BBC-ECB19E25CE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2680677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1906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DE9020-E17F-ACD1-FC9C-7511FC7A9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4FD544F-E1DE-4B46-0489-AA1FC6B0B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035"/>
            <a:ext cx="12024765" cy="676393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159B870-DCE8-304D-A20E-26455E927ACC}"/>
              </a:ext>
            </a:extLst>
          </p:cNvPr>
          <p:cNvSpPr/>
          <p:nvPr/>
        </p:nvSpPr>
        <p:spPr>
          <a:xfrm>
            <a:off x="7800721" y="2963033"/>
            <a:ext cx="3689969" cy="9319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/>
              <a:t>VIBRATION</a:t>
            </a:r>
            <a:endParaRPr lang="zh-CN" altLang="en-US" sz="3200" b="1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3386A9-765D-5237-C6DE-4EE0134D82B5}"/>
              </a:ext>
            </a:extLst>
          </p:cNvPr>
          <p:cNvSpPr/>
          <p:nvPr/>
        </p:nvSpPr>
        <p:spPr>
          <a:xfrm>
            <a:off x="7443325" y="5560943"/>
            <a:ext cx="2259026" cy="9319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/>
              <a:t>LED</a:t>
            </a:r>
            <a:endParaRPr lang="zh-CN" altLang="en-US" sz="3200" b="1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00AE15-7057-197B-4101-FB87A492DDB9}"/>
              </a:ext>
            </a:extLst>
          </p:cNvPr>
          <p:cNvSpPr/>
          <p:nvPr/>
        </p:nvSpPr>
        <p:spPr>
          <a:xfrm>
            <a:off x="838200" y="5438214"/>
            <a:ext cx="3497783" cy="9319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/>
              <a:t>METAL PLATE</a:t>
            </a:r>
            <a:endParaRPr lang="zh-CN" altLang="en-US" sz="3200" b="1"/>
          </a:p>
        </p:txBody>
      </p:sp>
    </p:spTree>
    <p:extLst>
      <p:ext uri="{BB962C8B-B14F-4D97-AF65-F5344CB8AC3E}">
        <p14:creationId xmlns:p14="http://schemas.microsoft.com/office/powerpoint/2010/main" val="3269207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816279-8DFA-7A4A-64F3-41AD39C9536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677" r="9091"/>
          <a:stretch>
            <a:fillRect/>
          </a:stretch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F7373A-E9E6-73B6-0034-BCF400EC63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308885"/>
              </p:ext>
            </p:extLst>
          </p:nvPr>
        </p:nvGraphicFramePr>
        <p:xfrm>
          <a:off x="376766" y="372233"/>
          <a:ext cx="7707177" cy="6230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7814B468-1EE3-F036-1464-4BA52CF7B8F7}"/>
              </a:ext>
            </a:extLst>
          </p:cNvPr>
          <p:cNvGrpSpPr/>
          <p:nvPr/>
        </p:nvGrpSpPr>
        <p:grpSpPr>
          <a:xfrm>
            <a:off x="9227723" y="2808373"/>
            <a:ext cx="2675661" cy="1514057"/>
            <a:chOff x="2738299" y="4258517"/>
            <a:chExt cx="3039782" cy="1823869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BAACA81-54D4-CDBC-FF98-1EA229D835DC}"/>
                </a:ext>
              </a:extLst>
            </p:cNvPr>
            <p:cNvSpPr/>
            <p:nvPr/>
          </p:nvSpPr>
          <p:spPr>
            <a:xfrm>
              <a:off x="2738299" y="4258517"/>
              <a:ext cx="3039782" cy="1823869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6443614"/>
                <a:satOff val="-18493"/>
                <a:lumOff val="-29609"/>
                <a:alphaOff val="0"/>
              </a:schemeClr>
            </a:fillRef>
            <a:effectRef idx="1">
              <a:schemeClr val="accent2">
                <a:hueOff val="6443614"/>
                <a:satOff val="-18493"/>
                <a:lumOff val="-2960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360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D30F49C-B77C-6A31-C2D5-C7B8141C5D82}"/>
                </a:ext>
              </a:extLst>
            </p:cNvPr>
            <p:cNvSpPr txBox="1"/>
            <p:nvPr/>
          </p:nvSpPr>
          <p:spPr>
            <a:xfrm>
              <a:off x="2738299" y="4258517"/>
              <a:ext cx="3039782" cy="18238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4400" kern="1200"/>
                <a:t>3 states</a:t>
              </a:r>
            </a:p>
          </p:txBody>
        </p:sp>
      </p:grpSp>
      <p:sp>
        <p:nvSpPr>
          <p:cNvPr id="7" name="箭头: 右 6">
            <a:extLst>
              <a:ext uri="{FF2B5EF4-FFF2-40B4-BE49-F238E27FC236}">
                <a16:creationId xmlns:a16="http://schemas.microsoft.com/office/drawing/2014/main" id="{BAF4E6AD-368C-2A5D-629F-6C32A76061C3}"/>
              </a:ext>
            </a:extLst>
          </p:cNvPr>
          <p:cNvSpPr/>
          <p:nvPr/>
        </p:nvSpPr>
        <p:spPr>
          <a:xfrm>
            <a:off x="8189140" y="3180170"/>
            <a:ext cx="776835" cy="6554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C932BA-AC48-B4B1-AA31-881EEC4E11A9}"/>
              </a:ext>
            </a:extLst>
          </p:cNvPr>
          <p:cNvSpPr txBox="1"/>
          <p:nvPr/>
        </p:nvSpPr>
        <p:spPr>
          <a:xfrm>
            <a:off x="2257827" y="372224"/>
            <a:ext cx="3945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/>
              <a:t>Check phone on Table?</a:t>
            </a:r>
            <a:endParaRPr lang="zh-CN" altLang="en-US" sz="2800" b="1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988EC5-28DC-1D32-FFC0-4BC7F43CD760}"/>
              </a:ext>
            </a:extLst>
          </p:cNvPr>
          <p:cNvSpPr txBox="1"/>
          <p:nvPr/>
        </p:nvSpPr>
        <p:spPr>
          <a:xfrm>
            <a:off x="2355249" y="3507897"/>
            <a:ext cx="6105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/>
              <a:t>Check Study Status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3600156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CF47221-2603-6777-4F53-7621EA8D84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67"/>
          <a:stretch>
            <a:fillRect/>
          </a:stretch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40699-00ED-9C6C-F324-960C5E1DB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506" y="122901"/>
            <a:ext cx="10515600" cy="1325563"/>
          </a:xfrm>
        </p:spPr>
        <p:txBody>
          <a:bodyPr>
            <a:normAutofit/>
          </a:bodyPr>
          <a:lstStyle/>
          <a:p>
            <a:r>
              <a:rPr lang="en-GB"/>
              <a:t>States 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C38FC60-D69A-D8A9-2419-29202631D06D}"/>
              </a:ext>
            </a:extLst>
          </p:cNvPr>
          <p:cNvGrpSpPr/>
          <p:nvPr/>
        </p:nvGrpSpPr>
        <p:grpSpPr>
          <a:xfrm>
            <a:off x="1864593" y="1299531"/>
            <a:ext cx="8379924" cy="1523829"/>
            <a:chOff x="3364992" y="0"/>
            <a:chExt cx="3785616" cy="1523829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457D9BCC-C5B8-18F8-0361-9EFB9B84FE20}"/>
                </a:ext>
              </a:extLst>
            </p:cNvPr>
            <p:cNvSpPr/>
            <p:nvPr/>
          </p:nvSpPr>
          <p:spPr>
            <a:xfrm>
              <a:off x="3364992" y="0"/>
              <a:ext cx="3785616" cy="1523829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3600"/>
            </a:p>
          </p:txBody>
        </p:sp>
        <p:sp>
          <p:nvSpPr>
            <p:cNvPr id="6" name="矩形: 圆角 4">
              <a:extLst>
                <a:ext uri="{FF2B5EF4-FFF2-40B4-BE49-F238E27FC236}">
                  <a16:creationId xmlns:a16="http://schemas.microsoft.com/office/drawing/2014/main" id="{C40AEA70-ABA5-3843-52FB-853B37F7D002}"/>
                </a:ext>
              </a:extLst>
            </p:cNvPr>
            <p:cNvSpPr txBox="1"/>
            <p:nvPr/>
          </p:nvSpPr>
          <p:spPr>
            <a:xfrm>
              <a:off x="3439379" y="74387"/>
              <a:ext cx="3636842" cy="13750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43815" rIns="87630" bIns="43815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GB" sz="4000" kern="1200">
                  <a:solidFill>
                    <a:schemeClr val="tx1"/>
                  </a:solidFill>
                </a:rPr>
                <a:t>Locked-in </a:t>
              </a:r>
              <a:endParaRPr lang="en-US" sz="4000" kern="120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9D3EA2CB-80C0-C9BB-C380-0A6299925012}"/>
              </a:ext>
            </a:extLst>
          </p:cNvPr>
          <p:cNvGrpSpPr/>
          <p:nvPr/>
        </p:nvGrpSpPr>
        <p:grpSpPr>
          <a:xfrm>
            <a:off x="1856340" y="2982999"/>
            <a:ext cx="8322036" cy="1374896"/>
            <a:chOff x="3361238" y="144431"/>
            <a:chExt cx="3785616" cy="2306523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DDD41C37-96F0-89D3-B90D-7FAC2D59B969}"/>
                </a:ext>
              </a:extLst>
            </p:cNvPr>
            <p:cNvSpPr/>
            <p:nvPr/>
          </p:nvSpPr>
          <p:spPr>
            <a:xfrm>
              <a:off x="3361238" y="144431"/>
              <a:ext cx="3785616" cy="2306523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2800"/>
            </a:p>
          </p:txBody>
        </p:sp>
        <p:sp>
          <p:nvSpPr>
            <p:cNvPr id="9" name="矩形: 圆角 4">
              <a:extLst>
                <a:ext uri="{FF2B5EF4-FFF2-40B4-BE49-F238E27FC236}">
                  <a16:creationId xmlns:a16="http://schemas.microsoft.com/office/drawing/2014/main" id="{3AA2CC05-D225-62C6-333E-E7916662B971}"/>
                </a:ext>
              </a:extLst>
            </p:cNvPr>
            <p:cNvSpPr txBox="1"/>
            <p:nvPr/>
          </p:nvSpPr>
          <p:spPr>
            <a:xfrm>
              <a:off x="3473833" y="269222"/>
              <a:ext cx="3560426" cy="20813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53340" rIns="106680" bIns="5334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GB" sz="4000" kern="1200">
                  <a:solidFill>
                    <a:schemeClr val="tx1"/>
                  </a:solidFill>
                </a:rPr>
                <a:t>Distracted</a:t>
              </a:r>
              <a:r>
                <a:rPr lang="en-GB" sz="4000" kern="1200"/>
                <a:t> </a:t>
              </a:r>
              <a:endParaRPr lang="en-US" sz="4000" kern="120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0F3825E-E58D-8DB9-B417-0AD812F7AD6F}"/>
              </a:ext>
            </a:extLst>
          </p:cNvPr>
          <p:cNvGrpSpPr/>
          <p:nvPr/>
        </p:nvGrpSpPr>
        <p:grpSpPr>
          <a:xfrm>
            <a:off x="1864593" y="4571492"/>
            <a:ext cx="8313784" cy="1523829"/>
            <a:chOff x="3364992" y="0"/>
            <a:chExt cx="3785616" cy="4728489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14B9B0F9-677D-8A49-A775-9739DCB35B0E}"/>
                </a:ext>
              </a:extLst>
            </p:cNvPr>
            <p:cNvSpPr/>
            <p:nvPr/>
          </p:nvSpPr>
          <p:spPr>
            <a:xfrm>
              <a:off x="3364992" y="0"/>
              <a:ext cx="3785616" cy="4728489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4" name="矩形: 圆角 4">
              <a:extLst>
                <a:ext uri="{FF2B5EF4-FFF2-40B4-BE49-F238E27FC236}">
                  <a16:creationId xmlns:a16="http://schemas.microsoft.com/office/drawing/2014/main" id="{DCE1694A-2F90-94C7-DC6A-6B8743C0AF4D}"/>
                </a:ext>
              </a:extLst>
            </p:cNvPr>
            <p:cNvSpPr txBox="1"/>
            <p:nvPr/>
          </p:nvSpPr>
          <p:spPr>
            <a:xfrm>
              <a:off x="3549791" y="726191"/>
              <a:ext cx="3416018" cy="38174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0970" tIns="70485" rIns="140970" bIns="70485" numCol="1" spcCol="1270" anchor="ctr" anchorCtr="0">
              <a:noAutofit/>
            </a:bodyPr>
            <a:lstStyle/>
            <a:p>
              <a:pPr marL="0" lvl="0" indent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GB" sz="3700" kern="1200">
                  <a:solidFill>
                    <a:schemeClr val="tx1"/>
                  </a:solidFill>
                </a:rPr>
                <a:t>Distracted &gt; 5min</a:t>
              </a:r>
              <a:endParaRPr lang="en-US" sz="3700" kern="12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4201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F4206-9597-3F30-BB3A-8393D6B7F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870CFEA-62BD-63AF-2D20-268D71AB906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677" r="9091"/>
          <a:stretch>
            <a:fillRect/>
          </a:stretch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ED28E60-4887-AC60-050A-71D5F9314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782" y="1325563"/>
            <a:ext cx="5133722" cy="4351338"/>
          </a:xfrm>
        </p:spPr>
        <p:txBody>
          <a:bodyPr>
            <a:normAutofit/>
          </a:bodyPr>
          <a:lstStyle/>
          <a:p>
            <a:r>
              <a:rPr lang="en-US" altLang="zh-CN" sz="5400"/>
              <a:t>Receive Data of Inclination</a:t>
            </a:r>
          </a:p>
          <a:p>
            <a:pPr marL="457200" lvl="1" indent="0">
              <a:buNone/>
            </a:pPr>
            <a:r>
              <a:rPr lang="en-US" altLang="zh-CN" sz="5000"/>
              <a:t>-&gt;csv.</a:t>
            </a:r>
          </a:p>
          <a:p>
            <a:endParaRPr lang="en-US" altLang="zh-CN" sz="5400"/>
          </a:p>
          <a:p>
            <a:r>
              <a:rPr lang="en-US" altLang="zh-CN" sz="5400" err="1"/>
              <a:t>Matlab</a:t>
            </a:r>
            <a:r>
              <a:rPr lang="en-US" altLang="zh-CN" sz="5400"/>
              <a:t> GUI…</a:t>
            </a:r>
            <a:endParaRPr lang="zh-CN" altLang="en-US" sz="540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A919F3B6-F696-ECAE-DD6B-FBF285AA6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53" y="0"/>
            <a:ext cx="10515600" cy="1325563"/>
          </a:xfrm>
        </p:spPr>
        <p:txBody>
          <a:bodyPr/>
          <a:lstStyle/>
          <a:p>
            <a:r>
              <a:rPr lang="en-US" altLang="zh-CN" b="1"/>
              <a:t>MATLAB</a:t>
            </a:r>
            <a:endParaRPr lang="zh-CN" altLang="en-US" b="1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47987A3-F995-65BB-B365-823123F80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504" y="686433"/>
            <a:ext cx="6555092" cy="562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06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CF3B1-2B78-CA7A-9636-E004EFCAF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92" y="98659"/>
            <a:ext cx="4977976" cy="1454051"/>
          </a:xfrm>
        </p:spPr>
        <p:txBody>
          <a:bodyPr>
            <a:normAutofit/>
          </a:bodyPr>
          <a:lstStyle/>
          <a:p>
            <a:r>
              <a:rPr lang="en-GB" sz="4000" b="1">
                <a:solidFill>
                  <a:schemeClr val="tx2"/>
                </a:solidFill>
              </a:rPr>
              <a:t>FUTURE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75200D72-AAAE-0901-3A8B-FDE07F0D9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113" y="1721088"/>
            <a:ext cx="6805401" cy="4606920"/>
          </a:xfrm>
        </p:spPr>
        <p:txBody>
          <a:bodyPr anchor="ctr">
            <a:normAutofit fontScale="85000" lnSpcReduction="20000"/>
          </a:bodyPr>
          <a:lstStyle/>
          <a:p>
            <a:r>
              <a:rPr lang="en-GB" sz="4000">
                <a:solidFill>
                  <a:schemeClr val="tx2"/>
                </a:solidFill>
              </a:rPr>
              <a:t>Wireless charging</a:t>
            </a:r>
          </a:p>
          <a:p>
            <a:endParaRPr lang="en-GB" sz="4000">
              <a:solidFill>
                <a:schemeClr val="tx2"/>
              </a:solidFill>
            </a:endParaRPr>
          </a:p>
          <a:p>
            <a:r>
              <a:rPr lang="en-GB" sz="4000">
                <a:solidFill>
                  <a:schemeClr val="tx2"/>
                </a:solidFill>
              </a:rPr>
              <a:t>Magnets for </a:t>
            </a:r>
            <a:r>
              <a:rPr lang="en-GB" sz="4000" err="1">
                <a:solidFill>
                  <a:schemeClr val="tx2"/>
                </a:solidFill>
              </a:rPr>
              <a:t>Magsafe</a:t>
            </a:r>
            <a:endParaRPr lang="en-GB" sz="4000">
              <a:solidFill>
                <a:schemeClr val="tx2"/>
              </a:solidFill>
            </a:endParaRPr>
          </a:p>
          <a:p>
            <a:endParaRPr lang="en-GB" sz="4000">
              <a:solidFill>
                <a:schemeClr val="tx2"/>
              </a:solidFill>
            </a:endParaRPr>
          </a:p>
          <a:p>
            <a:r>
              <a:rPr lang="en-GB" sz="4000">
                <a:solidFill>
                  <a:schemeClr val="tx2"/>
                </a:solidFill>
              </a:rPr>
              <a:t>Better sensor</a:t>
            </a:r>
          </a:p>
          <a:p>
            <a:endParaRPr lang="en-GB" sz="4000">
              <a:solidFill>
                <a:schemeClr val="tx2"/>
              </a:solidFill>
            </a:endParaRPr>
          </a:p>
          <a:p>
            <a:r>
              <a:rPr lang="en-GB" sz="4000">
                <a:solidFill>
                  <a:schemeClr val="tx2"/>
                </a:solidFill>
              </a:rPr>
              <a:t>Offline Streaming</a:t>
            </a:r>
          </a:p>
          <a:p>
            <a:endParaRPr lang="en-GB" sz="4000">
              <a:solidFill>
                <a:schemeClr val="tx2"/>
              </a:solidFill>
            </a:endParaRPr>
          </a:p>
          <a:p>
            <a:r>
              <a:rPr lang="en-GB" sz="4000">
                <a:solidFill>
                  <a:schemeClr val="tx2"/>
                </a:solidFill>
              </a:rPr>
              <a:t>GUI</a:t>
            </a:r>
          </a:p>
          <a:p>
            <a:endParaRPr lang="en-GB" sz="400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Traffic Light">
            <a:extLst>
              <a:ext uri="{FF2B5EF4-FFF2-40B4-BE49-F238E27FC236}">
                <a16:creationId xmlns:a16="http://schemas.microsoft.com/office/drawing/2014/main" id="{C387331E-C0BE-3075-BCD4-62925AAA1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64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Locked</vt:lpstr>
      <vt:lpstr>PowerPoint Presentation</vt:lpstr>
      <vt:lpstr>PROBLEM</vt:lpstr>
      <vt:lpstr>Solution: Locked</vt:lpstr>
      <vt:lpstr>PowerPoint Presentation</vt:lpstr>
      <vt:lpstr>PowerPoint Presentation</vt:lpstr>
      <vt:lpstr>States </vt:lpstr>
      <vt:lpstr>MATLAB</vt:lpstr>
      <vt:lpstr>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John Sabra</dc:creator>
  <cp:revision>1</cp:revision>
  <dcterms:created xsi:type="dcterms:W3CDTF">2026-03-15T14:00:08Z</dcterms:created>
  <dcterms:modified xsi:type="dcterms:W3CDTF">2026-03-15T16:00:29Z</dcterms:modified>
</cp:coreProperties>
</file>